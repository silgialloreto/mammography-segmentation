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2" r:id="rId4"/>
    <p:sldId id="260" r:id="rId5"/>
    <p:sldId id="262" r:id="rId6"/>
    <p:sldId id="293" r:id="rId7"/>
    <p:sldId id="265" r:id="rId8"/>
    <p:sldId id="263" r:id="rId9"/>
    <p:sldId id="264" r:id="rId10"/>
    <p:sldId id="266" r:id="rId11"/>
    <p:sldId id="267" r:id="rId12"/>
    <p:sldId id="295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8" r:id="rId22"/>
    <p:sldId id="282" r:id="rId23"/>
    <p:sldId id="279" r:id="rId24"/>
    <p:sldId id="287" r:id="rId25"/>
    <p:sldId id="277" r:id="rId26"/>
    <p:sldId id="280" r:id="rId27"/>
    <p:sldId id="281" r:id="rId28"/>
    <p:sldId id="284" r:id="rId29"/>
    <p:sldId id="285" r:id="rId30"/>
    <p:sldId id="286" r:id="rId31"/>
    <p:sldId id="288" r:id="rId32"/>
    <p:sldId id="289" r:id="rId33"/>
    <p:sldId id="290" r:id="rId3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526E"/>
    <a:srgbClr val="00485F"/>
    <a:srgbClr val="114157"/>
    <a:srgbClr val="103C51"/>
    <a:srgbClr val="0926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Relationship Id="rId14" Type="http://schemas.openxmlformats.org/officeDocument/2006/relationships/image" Target="../media/image4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Relationship Id="rId14" Type="http://schemas.openxmlformats.org/officeDocument/2006/relationships/image" Target="../media/image4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E89C90-D6CE-40BB-AC60-2226EB9A861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it-IT"/>
        </a:p>
      </dgm:t>
    </dgm:pt>
    <dgm:pt modelId="{D6C5868D-D6DD-4C79-9A46-37D7DAFAE7FB}">
      <dgm:prSet phldrT="[Testo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/>
            <a:t>obiettivi</a:t>
          </a:r>
        </a:p>
      </dgm:t>
    </dgm:pt>
    <dgm:pt modelId="{78FB34AE-4692-4F02-8C9B-EA054E5F1184}" type="parTrans" cxnId="{71A576FF-263C-4C5F-8DCE-86CCD6D63E33}">
      <dgm:prSet/>
      <dgm:spPr/>
      <dgm:t>
        <a:bodyPr/>
        <a:lstStyle/>
        <a:p>
          <a:endParaRPr lang="it-IT"/>
        </a:p>
      </dgm:t>
    </dgm:pt>
    <dgm:pt modelId="{6782CD8F-FCA6-4551-ABD6-88415F84252F}" type="sibTrans" cxnId="{71A576FF-263C-4C5F-8DCE-86CCD6D63E33}">
      <dgm:prSet/>
      <dgm:spPr/>
      <dgm:t>
        <a:bodyPr/>
        <a:lstStyle/>
        <a:p>
          <a:endParaRPr lang="it-IT"/>
        </a:p>
      </dgm:t>
    </dgm:pt>
    <dgm:pt modelId="{3494BEEB-B43C-4664-91DA-58B7704B2A51}">
      <dgm:prSet phldrT="[Testo]"/>
      <dgm:spPr/>
      <dgm:t>
        <a:bodyPr/>
        <a:lstStyle/>
        <a:p>
          <a:pPr>
            <a:lnSpc>
              <a:spcPct val="100000"/>
            </a:lnSpc>
          </a:pPr>
          <a:r>
            <a:rPr lang="it-IT"/>
            <a:t>Diagnosi precoce di tumore al seno</a:t>
          </a:r>
        </a:p>
      </dgm:t>
    </dgm:pt>
    <dgm:pt modelId="{A72CFBA9-5B3A-43FB-B05C-DDC5D746B085}" type="parTrans" cxnId="{A017215F-DFB5-4AD0-BB87-BC5015BA6D90}">
      <dgm:prSet/>
      <dgm:spPr/>
      <dgm:t>
        <a:bodyPr/>
        <a:lstStyle/>
        <a:p>
          <a:endParaRPr lang="it-IT"/>
        </a:p>
      </dgm:t>
    </dgm:pt>
    <dgm:pt modelId="{F0FC5C93-2076-45E6-A1F7-744B415A2EEE}" type="sibTrans" cxnId="{A017215F-DFB5-4AD0-BB87-BC5015BA6D90}">
      <dgm:prSet/>
      <dgm:spPr/>
      <dgm:t>
        <a:bodyPr/>
        <a:lstStyle/>
        <a:p>
          <a:endParaRPr lang="it-IT"/>
        </a:p>
      </dgm:t>
    </dgm:pt>
    <dgm:pt modelId="{6A900F7B-3913-42A9-ACB4-E1722B851136}">
      <dgm:prSet phldrT="[Testo]"/>
      <dgm:spPr/>
      <dgm:t>
        <a:bodyPr/>
        <a:lstStyle/>
        <a:p>
          <a:pPr>
            <a:lnSpc>
              <a:spcPct val="100000"/>
            </a:lnSpc>
          </a:pPr>
          <a:r>
            <a:rPr lang="it-IT"/>
            <a:t>Caratterizzazione massa tumorale</a:t>
          </a:r>
        </a:p>
      </dgm:t>
    </dgm:pt>
    <dgm:pt modelId="{2D97BF0C-119F-4FC1-9F59-6B82856E67F0}" type="parTrans" cxnId="{30DB5A23-CF9F-4E8A-88F1-F0A725C4FA02}">
      <dgm:prSet/>
      <dgm:spPr/>
      <dgm:t>
        <a:bodyPr/>
        <a:lstStyle/>
        <a:p>
          <a:endParaRPr lang="it-IT"/>
        </a:p>
      </dgm:t>
    </dgm:pt>
    <dgm:pt modelId="{455D5984-AF23-4ABC-9610-718476D8B18F}" type="sibTrans" cxnId="{30DB5A23-CF9F-4E8A-88F1-F0A725C4FA02}">
      <dgm:prSet/>
      <dgm:spPr/>
      <dgm:t>
        <a:bodyPr/>
        <a:lstStyle/>
        <a:p>
          <a:endParaRPr lang="it-IT"/>
        </a:p>
      </dgm:t>
    </dgm:pt>
    <dgm:pt modelId="{D2E0960C-60FE-4468-A102-235FEF8C0549}">
      <dgm:prSet phldrT="[Testo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/>
            <a:t>sfide</a:t>
          </a:r>
        </a:p>
      </dgm:t>
    </dgm:pt>
    <dgm:pt modelId="{DD1D3DB7-B001-4EFE-9295-44CB8807C7D3}" type="parTrans" cxnId="{50839390-DA47-4864-9F8E-70A8B43804C3}">
      <dgm:prSet/>
      <dgm:spPr/>
      <dgm:t>
        <a:bodyPr/>
        <a:lstStyle/>
        <a:p>
          <a:endParaRPr lang="it-IT"/>
        </a:p>
      </dgm:t>
    </dgm:pt>
    <dgm:pt modelId="{14CE7090-3C84-41C1-BDD6-D00216D41F73}" type="sibTrans" cxnId="{50839390-DA47-4864-9F8E-70A8B43804C3}">
      <dgm:prSet/>
      <dgm:spPr/>
      <dgm:t>
        <a:bodyPr/>
        <a:lstStyle/>
        <a:p>
          <a:endParaRPr lang="it-IT"/>
        </a:p>
      </dgm:t>
    </dgm:pt>
    <dgm:pt modelId="{583FB0EE-0C9C-41AA-A7F4-428784BF3345}">
      <dgm:prSet phldrT="[Testo]"/>
      <dgm:spPr/>
      <dgm:t>
        <a:bodyPr/>
        <a:lstStyle/>
        <a:p>
          <a:pPr>
            <a:lnSpc>
              <a:spcPct val="100000"/>
            </a:lnSpc>
          </a:pPr>
          <a:r>
            <a:rPr lang="it-IT"/>
            <a:t>Variabilità contrasto e rumore</a:t>
          </a:r>
        </a:p>
      </dgm:t>
    </dgm:pt>
    <dgm:pt modelId="{B92FBFA8-CD49-44AF-93FF-0F8296A702A0}" type="parTrans" cxnId="{902D2F39-4BEE-4019-987A-CC8A7F87F9A0}">
      <dgm:prSet/>
      <dgm:spPr/>
      <dgm:t>
        <a:bodyPr/>
        <a:lstStyle/>
        <a:p>
          <a:endParaRPr lang="it-IT"/>
        </a:p>
      </dgm:t>
    </dgm:pt>
    <dgm:pt modelId="{02973144-8353-49FE-BD84-59EF5FA67916}" type="sibTrans" cxnId="{902D2F39-4BEE-4019-987A-CC8A7F87F9A0}">
      <dgm:prSet/>
      <dgm:spPr/>
      <dgm:t>
        <a:bodyPr/>
        <a:lstStyle/>
        <a:p>
          <a:endParaRPr lang="it-IT"/>
        </a:p>
      </dgm:t>
    </dgm:pt>
    <dgm:pt modelId="{F21C02BD-59A1-407D-8D6E-C91F6351C04D}">
      <dgm:prSet phldrT="[Testo]"/>
      <dgm:spPr/>
      <dgm:t>
        <a:bodyPr/>
        <a:lstStyle/>
        <a:p>
          <a:pPr>
            <a:lnSpc>
              <a:spcPct val="100000"/>
            </a:lnSpc>
          </a:pPr>
          <a:r>
            <a:rPr lang="it-IT"/>
            <a:t>Rilevamento dei bordi</a:t>
          </a:r>
        </a:p>
      </dgm:t>
    </dgm:pt>
    <dgm:pt modelId="{3382AA3F-6C5B-4635-9A2C-C58AC6A10947}" type="parTrans" cxnId="{501E485B-61A7-4C2F-AF15-01282CA7C4A8}">
      <dgm:prSet/>
      <dgm:spPr/>
      <dgm:t>
        <a:bodyPr/>
        <a:lstStyle/>
        <a:p>
          <a:endParaRPr lang="it-IT"/>
        </a:p>
      </dgm:t>
    </dgm:pt>
    <dgm:pt modelId="{4A3C8D19-625E-4A43-88BE-7B9C417959DE}" type="sibTrans" cxnId="{501E485B-61A7-4C2F-AF15-01282CA7C4A8}">
      <dgm:prSet/>
      <dgm:spPr/>
      <dgm:t>
        <a:bodyPr/>
        <a:lstStyle/>
        <a:p>
          <a:endParaRPr lang="it-IT"/>
        </a:p>
      </dgm:t>
    </dgm:pt>
    <dgm:pt modelId="{9223DA57-E9EE-4CA9-BB53-535D84CE9432}" type="pres">
      <dgm:prSet presAssocID="{36E89C90-D6CE-40BB-AC60-2226EB9A861D}" presName="root" presStyleCnt="0">
        <dgm:presLayoutVars>
          <dgm:dir/>
          <dgm:resizeHandles val="exact"/>
        </dgm:presLayoutVars>
      </dgm:prSet>
      <dgm:spPr/>
    </dgm:pt>
    <dgm:pt modelId="{B6ABB805-6E4F-4A5B-9ACC-7F33D36EEBAA}" type="pres">
      <dgm:prSet presAssocID="{D6C5868D-D6DD-4C79-9A46-37D7DAFAE7FB}" presName="compNode" presStyleCnt="0"/>
      <dgm:spPr/>
    </dgm:pt>
    <dgm:pt modelId="{ECBD0B04-91D4-45A2-91B3-B124A946D1A0}" type="pres">
      <dgm:prSet presAssocID="{D6C5868D-D6DD-4C79-9A46-37D7DAFAE7F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ro a segno"/>
        </a:ext>
      </dgm:extLst>
    </dgm:pt>
    <dgm:pt modelId="{8EEED34B-F63A-45B7-AE94-FE4CFDD45300}" type="pres">
      <dgm:prSet presAssocID="{D6C5868D-D6DD-4C79-9A46-37D7DAFAE7FB}" presName="iconSpace" presStyleCnt="0"/>
      <dgm:spPr/>
    </dgm:pt>
    <dgm:pt modelId="{3C49248C-F355-49AC-A49A-7A6EB24E0979}" type="pres">
      <dgm:prSet presAssocID="{D6C5868D-D6DD-4C79-9A46-37D7DAFAE7FB}" presName="parTx" presStyleLbl="revTx" presStyleIdx="0" presStyleCnt="4">
        <dgm:presLayoutVars>
          <dgm:chMax val="0"/>
          <dgm:chPref val="0"/>
        </dgm:presLayoutVars>
      </dgm:prSet>
      <dgm:spPr/>
    </dgm:pt>
    <dgm:pt modelId="{CF382A94-3C69-45BF-8354-9ED07AF2F718}" type="pres">
      <dgm:prSet presAssocID="{D6C5868D-D6DD-4C79-9A46-37D7DAFAE7FB}" presName="txSpace" presStyleCnt="0"/>
      <dgm:spPr/>
    </dgm:pt>
    <dgm:pt modelId="{8B3CA08E-75B8-40B8-903C-21A42AE8FB8B}" type="pres">
      <dgm:prSet presAssocID="{D6C5868D-D6DD-4C79-9A46-37D7DAFAE7FB}" presName="desTx" presStyleLbl="revTx" presStyleIdx="1" presStyleCnt="4">
        <dgm:presLayoutVars/>
      </dgm:prSet>
      <dgm:spPr/>
    </dgm:pt>
    <dgm:pt modelId="{0FFACDDF-BD27-40D9-A494-E8A37A3730AB}" type="pres">
      <dgm:prSet presAssocID="{6782CD8F-FCA6-4551-ABD6-88415F84252F}" presName="sibTrans" presStyleCnt="0"/>
      <dgm:spPr/>
    </dgm:pt>
    <dgm:pt modelId="{95476CD8-1159-4E7D-89A7-45EFD4985D46}" type="pres">
      <dgm:prSet presAssocID="{D2E0960C-60FE-4468-A102-235FEF8C0549}" presName="compNode" presStyleCnt="0"/>
      <dgm:spPr/>
    </dgm:pt>
    <dgm:pt modelId="{227C083F-8B8D-425A-A6E1-414224A1F2CE}" type="pres">
      <dgm:prSet presAssocID="{D2E0960C-60FE-4468-A102-235FEF8C054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BA3056ED-E292-4911-BCEF-5E673A673F99}" type="pres">
      <dgm:prSet presAssocID="{D2E0960C-60FE-4468-A102-235FEF8C0549}" presName="iconSpace" presStyleCnt="0"/>
      <dgm:spPr/>
    </dgm:pt>
    <dgm:pt modelId="{F27DB164-5421-4F33-AF4C-F9295BDA9605}" type="pres">
      <dgm:prSet presAssocID="{D2E0960C-60FE-4468-A102-235FEF8C0549}" presName="parTx" presStyleLbl="revTx" presStyleIdx="2" presStyleCnt="4">
        <dgm:presLayoutVars>
          <dgm:chMax val="0"/>
          <dgm:chPref val="0"/>
        </dgm:presLayoutVars>
      </dgm:prSet>
      <dgm:spPr/>
    </dgm:pt>
    <dgm:pt modelId="{104381F4-45D8-4670-A804-9F03EAF34DDB}" type="pres">
      <dgm:prSet presAssocID="{D2E0960C-60FE-4468-A102-235FEF8C0549}" presName="txSpace" presStyleCnt="0"/>
      <dgm:spPr/>
    </dgm:pt>
    <dgm:pt modelId="{5661DEEE-6D79-4F7F-ADD2-070C9608BE5C}" type="pres">
      <dgm:prSet presAssocID="{D2E0960C-60FE-4468-A102-235FEF8C0549}" presName="desTx" presStyleLbl="revTx" presStyleIdx="3" presStyleCnt="4">
        <dgm:presLayoutVars/>
      </dgm:prSet>
      <dgm:spPr/>
    </dgm:pt>
  </dgm:ptLst>
  <dgm:cxnLst>
    <dgm:cxn modelId="{48970C09-459A-474D-86A5-9A3CE1E9665D}" type="presOf" srcId="{36E89C90-D6CE-40BB-AC60-2226EB9A861D}" destId="{9223DA57-E9EE-4CA9-BB53-535D84CE9432}" srcOrd="0" destOrd="0" presId="urn:microsoft.com/office/officeart/2018/5/layout/CenteredIconLabelDescriptionList"/>
    <dgm:cxn modelId="{30DB5A23-CF9F-4E8A-88F1-F0A725C4FA02}" srcId="{D6C5868D-D6DD-4C79-9A46-37D7DAFAE7FB}" destId="{6A900F7B-3913-42A9-ACB4-E1722B851136}" srcOrd="1" destOrd="0" parTransId="{2D97BF0C-119F-4FC1-9F59-6B82856E67F0}" sibTransId="{455D5984-AF23-4ABC-9610-718476D8B18F}"/>
    <dgm:cxn modelId="{E8DC902F-2A5A-4EFE-A8EC-CA75200271D7}" type="presOf" srcId="{583FB0EE-0C9C-41AA-A7F4-428784BF3345}" destId="{5661DEEE-6D79-4F7F-ADD2-070C9608BE5C}" srcOrd="0" destOrd="0" presId="urn:microsoft.com/office/officeart/2018/5/layout/CenteredIconLabelDescriptionList"/>
    <dgm:cxn modelId="{902D2F39-4BEE-4019-987A-CC8A7F87F9A0}" srcId="{D2E0960C-60FE-4468-A102-235FEF8C0549}" destId="{583FB0EE-0C9C-41AA-A7F4-428784BF3345}" srcOrd="0" destOrd="0" parTransId="{B92FBFA8-CD49-44AF-93FF-0F8296A702A0}" sibTransId="{02973144-8353-49FE-BD84-59EF5FA67916}"/>
    <dgm:cxn modelId="{501E485B-61A7-4C2F-AF15-01282CA7C4A8}" srcId="{D2E0960C-60FE-4468-A102-235FEF8C0549}" destId="{F21C02BD-59A1-407D-8D6E-C91F6351C04D}" srcOrd="1" destOrd="0" parTransId="{3382AA3F-6C5B-4635-9A2C-C58AC6A10947}" sibTransId="{4A3C8D19-625E-4A43-88BE-7B9C417959DE}"/>
    <dgm:cxn modelId="{A017215F-DFB5-4AD0-BB87-BC5015BA6D90}" srcId="{D6C5868D-D6DD-4C79-9A46-37D7DAFAE7FB}" destId="{3494BEEB-B43C-4664-91DA-58B7704B2A51}" srcOrd="0" destOrd="0" parTransId="{A72CFBA9-5B3A-43FB-B05C-DDC5D746B085}" sibTransId="{F0FC5C93-2076-45E6-A1F7-744B415A2EEE}"/>
    <dgm:cxn modelId="{AF3DDF5F-418F-4345-AE28-394C63DC8A22}" type="presOf" srcId="{6A900F7B-3913-42A9-ACB4-E1722B851136}" destId="{8B3CA08E-75B8-40B8-903C-21A42AE8FB8B}" srcOrd="0" destOrd="1" presId="urn:microsoft.com/office/officeart/2018/5/layout/CenteredIconLabelDescriptionList"/>
    <dgm:cxn modelId="{DF68246A-24C2-4E86-B60F-D4376AC6315A}" type="presOf" srcId="{D6C5868D-D6DD-4C79-9A46-37D7DAFAE7FB}" destId="{3C49248C-F355-49AC-A49A-7A6EB24E0979}" srcOrd="0" destOrd="0" presId="urn:microsoft.com/office/officeart/2018/5/layout/CenteredIconLabelDescriptionList"/>
    <dgm:cxn modelId="{50839390-DA47-4864-9F8E-70A8B43804C3}" srcId="{36E89C90-D6CE-40BB-AC60-2226EB9A861D}" destId="{D2E0960C-60FE-4468-A102-235FEF8C0549}" srcOrd="1" destOrd="0" parTransId="{DD1D3DB7-B001-4EFE-9295-44CB8807C7D3}" sibTransId="{14CE7090-3C84-41C1-BDD6-D00216D41F73}"/>
    <dgm:cxn modelId="{BBDA74A9-33E0-4A35-9071-97C3B56324F0}" type="presOf" srcId="{3494BEEB-B43C-4664-91DA-58B7704B2A51}" destId="{8B3CA08E-75B8-40B8-903C-21A42AE8FB8B}" srcOrd="0" destOrd="0" presId="urn:microsoft.com/office/officeart/2018/5/layout/CenteredIconLabelDescriptionList"/>
    <dgm:cxn modelId="{CA37EAC3-3BAC-4899-A9BA-C5AB0B56D379}" type="presOf" srcId="{D2E0960C-60FE-4468-A102-235FEF8C0549}" destId="{F27DB164-5421-4F33-AF4C-F9295BDA9605}" srcOrd="0" destOrd="0" presId="urn:microsoft.com/office/officeart/2018/5/layout/CenteredIconLabelDescriptionList"/>
    <dgm:cxn modelId="{069643DA-49AC-48A5-B3C0-A800EA56215D}" type="presOf" srcId="{F21C02BD-59A1-407D-8D6E-C91F6351C04D}" destId="{5661DEEE-6D79-4F7F-ADD2-070C9608BE5C}" srcOrd="0" destOrd="1" presId="urn:microsoft.com/office/officeart/2018/5/layout/CenteredIconLabelDescriptionList"/>
    <dgm:cxn modelId="{71A576FF-263C-4C5F-8DCE-86CCD6D63E33}" srcId="{36E89C90-D6CE-40BB-AC60-2226EB9A861D}" destId="{D6C5868D-D6DD-4C79-9A46-37D7DAFAE7FB}" srcOrd="0" destOrd="0" parTransId="{78FB34AE-4692-4F02-8C9B-EA054E5F1184}" sibTransId="{6782CD8F-FCA6-4551-ABD6-88415F84252F}"/>
    <dgm:cxn modelId="{E45659EA-DCB1-4DCD-AFD9-490EB4892592}" type="presParOf" srcId="{9223DA57-E9EE-4CA9-BB53-535D84CE9432}" destId="{B6ABB805-6E4F-4A5B-9ACC-7F33D36EEBAA}" srcOrd="0" destOrd="0" presId="urn:microsoft.com/office/officeart/2018/5/layout/CenteredIconLabelDescriptionList"/>
    <dgm:cxn modelId="{3A75EF10-1FD1-466F-A66D-AE16C1E9150F}" type="presParOf" srcId="{B6ABB805-6E4F-4A5B-9ACC-7F33D36EEBAA}" destId="{ECBD0B04-91D4-45A2-91B3-B124A946D1A0}" srcOrd="0" destOrd="0" presId="urn:microsoft.com/office/officeart/2018/5/layout/CenteredIconLabelDescriptionList"/>
    <dgm:cxn modelId="{45BACAD6-19A4-463D-BA7B-DD4AE42CFE6D}" type="presParOf" srcId="{B6ABB805-6E4F-4A5B-9ACC-7F33D36EEBAA}" destId="{8EEED34B-F63A-45B7-AE94-FE4CFDD45300}" srcOrd="1" destOrd="0" presId="urn:microsoft.com/office/officeart/2018/5/layout/CenteredIconLabelDescriptionList"/>
    <dgm:cxn modelId="{2A8CCAAE-4DB3-4B33-A94C-FD47255EC35D}" type="presParOf" srcId="{B6ABB805-6E4F-4A5B-9ACC-7F33D36EEBAA}" destId="{3C49248C-F355-49AC-A49A-7A6EB24E0979}" srcOrd="2" destOrd="0" presId="urn:microsoft.com/office/officeart/2018/5/layout/CenteredIconLabelDescriptionList"/>
    <dgm:cxn modelId="{27CB16EE-F02F-4EF5-B252-87C7D142DE59}" type="presParOf" srcId="{B6ABB805-6E4F-4A5B-9ACC-7F33D36EEBAA}" destId="{CF382A94-3C69-45BF-8354-9ED07AF2F718}" srcOrd="3" destOrd="0" presId="urn:microsoft.com/office/officeart/2018/5/layout/CenteredIconLabelDescriptionList"/>
    <dgm:cxn modelId="{1AC3DEED-149D-4628-B692-1CE0BDEA4385}" type="presParOf" srcId="{B6ABB805-6E4F-4A5B-9ACC-7F33D36EEBAA}" destId="{8B3CA08E-75B8-40B8-903C-21A42AE8FB8B}" srcOrd="4" destOrd="0" presId="urn:microsoft.com/office/officeart/2018/5/layout/CenteredIconLabelDescriptionList"/>
    <dgm:cxn modelId="{CDD2237D-0B3A-46E4-A773-8F26DD2651D9}" type="presParOf" srcId="{9223DA57-E9EE-4CA9-BB53-535D84CE9432}" destId="{0FFACDDF-BD27-40D9-A494-E8A37A3730AB}" srcOrd="1" destOrd="0" presId="urn:microsoft.com/office/officeart/2018/5/layout/CenteredIconLabelDescriptionList"/>
    <dgm:cxn modelId="{6F8C539E-D39A-4F89-AE6B-F236AD16317B}" type="presParOf" srcId="{9223DA57-E9EE-4CA9-BB53-535D84CE9432}" destId="{95476CD8-1159-4E7D-89A7-45EFD4985D46}" srcOrd="2" destOrd="0" presId="urn:microsoft.com/office/officeart/2018/5/layout/CenteredIconLabelDescriptionList"/>
    <dgm:cxn modelId="{4CAA0BFC-736A-4A31-9515-BB41D4D49576}" type="presParOf" srcId="{95476CD8-1159-4E7D-89A7-45EFD4985D46}" destId="{227C083F-8B8D-425A-A6E1-414224A1F2CE}" srcOrd="0" destOrd="0" presId="urn:microsoft.com/office/officeart/2018/5/layout/CenteredIconLabelDescriptionList"/>
    <dgm:cxn modelId="{E8DDF1F5-C971-4EEA-BF60-B2272CFC764F}" type="presParOf" srcId="{95476CD8-1159-4E7D-89A7-45EFD4985D46}" destId="{BA3056ED-E292-4911-BCEF-5E673A673F99}" srcOrd="1" destOrd="0" presId="urn:microsoft.com/office/officeart/2018/5/layout/CenteredIconLabelDescriptionList"/>
    <dgm:cxn modelId="{B84E4C28-45B1-43EE-819D-AB4CFCC05F41}" type="presParOf" srcId="{95476CD8-1159-4E7D-89A7-45EFD4985D46}" destId="{F27DB164-5421-4F33-AF4C-F9295BDA9605}" srcOrd="2" destOrd="0" presId="urn:microsoft.com/office/officeart/2018/5/layout/CenteredIconLabelDescriptionList"/>
    <dgm:cxn modelId="{1EF1D61C-071D-4BF2-AA50-69739EC9FBDA}" type="presParOf" srcId="{95476CD8-1159-4E7D-89A7-45EFD4985D46}" destId="{104381F4-45D8-4670-A804-9F03EAF34DDB}" srcOrd="3" destOrd="0" presId="urn:microsoft.com/office/officeart/2018/5/layout/CenteredIconLabelDescriptionList"/>
    <dgm:cxn modelId="{0B78A8DF-BEB6-4C09-9402-8C52427E7BED}" type="presParOf" srcId="{95476CD8-1159-4E7D-89A7-45EFD4985D46}" destId="{5661DEEE-6D79-4F7F-ADD2-070C9608BE5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113A8F-72ED-451D-9E9E-03F55E8C4007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1A88ABE-F53E-4913-B819-5197549F07DC}">
      <dgm:prSet/>
      <dgm:spPr>
        <a:solidFill>
          <a:srgbClr val="13526E"/>
        </a:solidFill>
      </dgm:spPr>
      <dgm:t>
        <a:bodyPr/>
        <a:lstStyle/>
        <a:p>
          <a:r>
            <a:rPr lang="it-IT"/>
            <a:t>Caricamento delle immagini  e Ground Truth </a:t>
          </a:r>
          <a:endParaRPr lang="en-US"/>
        </a:p>
      </dgm:t>
    </dgm:pt>
    <dgm:pt modelId="{29D5CB04-BCFC-473E-ACB0-BB1928E8D1B3}" type="parTrans" cxnId="{C834FC5B-C7F7-4257-A06A-E0E4A3FD447F}">
      <dgm:prSet/>
      <dgm:spPr/>
      <dgm:t>
        <a:bodyPr/>
        <a:lstStyle/>
        <a:p>
          <a:endParaRPr lang="en-US"/>
        </a:p>
      </dgm:t>
    </dgm:pt>
    <dgm:pt modelId="{167B461E-9C1B-42E8-9D33-D4715ED5264D}" type="sibTrans" cxnId="{C834FC5B-C7F7-4257-A06A-E0E4A3FD447F}">
      <dgm:prSet/>
      <dgm:spPr/>
      <dgm:t>
        <a:bodyPr/>
        <a:lstStyle/>
        <a:p>
          <a:endParaRPr lang="en-US"/>
        </a:p>
      </dgm:t>
    </dgm:pt>
    <dgm:pt modelId="{9FD0AE91-A3A7-476E-B2BB-FFAA4AE2F069}">
      <dgm:prSet/>
      <dgm:spPr>
        <a:solidFill>
          <a:srgbClr val="13526E"/>
        </a:solidFill>
      </dgm:spPr>
      <dgm:t>
        <a:bodyPr/>
        <a:lstStyle/>
        <a:p>
          <a:r>
            <a:rPr lang="it-IT"/>
            <a:t>Suddivisione immagini in due gruppi: dataset di training e di test</a:t>
          </a:r>
          <a:endParaRPr lang="en-US"/>
        </a:p>
      </dgm:t>
    </dgm:pt>
    <dgm:pt modelId="{C05ED1E9-FEDA-4E42-AF58-4F86A33DBEBC}" type="parTrans" cxnId="{99E24D13-4025-48CF-B987-DD5E9D9D3E3B}">
      <dgm:prSet/>
      <dgm:spPr/>
      <dgm:t>
        <a:bodyPr/>
        <a:lstStyle/>
        <a:p>
          <a:endParaRPr lang="en-US"/>
        </a:p>
      </dgm:t>
    </dgm:pt>
    <dgm:pt modelId="{4B12DB37-300B-4B58-A196-ED1D0B47EBDA}" type="sibTrans" cxnId="{99E24D13-4025-48CF-B987-DD5E9D9D3E3B}">
      <dgm:prSet/>
      <dgm:spPr/>
      <dgm:t>
        <a:bodyPr/>
        <a:lstStyle/>
        <a:p>
          <a:endParaRPr lang="en-US"/>
        </a:p>
      </dgm:t>
    </dgm:pt>
    <dgm:pt modelId="{DB82F184-A0DD-450B-9F8B-37BB91F57D74}">
      <dgm:prSet/>
      <dgm:spPr>
        <a:solidFill>
          <a:srgbClr val="13526E"/>
        </a:solidFill>
      </dgm:spPr>
      <dgm:t>
        <a:bodyPr/>
        <a:lstStyle/>
        <a:p>
          <a:r>
            <a:rPr lang="en-US"/>
            <a:t>Pre-</a:t>
          </a:r>
          <a:r>
            <a:rPr lang="en-US" err="1"/>
            <a:t>processamento</a:t>
          </a:r>
          <a:endParaRPr lang="en-US"/>
        </a:p>
      </dgm:t>
    </dgm:pt>
    <dgm:pt modelId="{3D89803C-7E53-4954-B4AC-1EC405240476}" type="parTrans" cxnId="{37183709-792C-48A2-A8CF-F100EF3EF37E}">
      <dgm:prSet/>
      <dgm:spPr/>
      <dgm:t>
        <a:bodyPr/>
        <a:lstStyle/>
        <a:p>
          <a:endParaRPr lang="en-US"/>
        </a:p>
      </dgm:t>
    </dgm:pt>
    <dgm:pt modelId="{EBB6A854-8381-470E-82C1-0F28C9806572}" type="sibTrans" cxnId="{37183709-792C-48A2-A8CF-F100EF3EF37E}">
      <dgm:prSet/>
      <dgm:spPr/>
      <dgm:t>
        <a:bodyPr/>
        <a:lstStyle/>
        <a:p>
          <a:endParaRPr lang="en-US"/>
        </a:p>
      </dgm:t>
    </dgm:pt>
    <dgm:pt modelId="{12D67536-B181-445D-A846-C346CFFAF5E2}">
      <dgm:prSet/>
      <dgm:spPr>
        <a:solidFill>
          <a:srgbClr val="13526E"/>
        </a:solidFill>
      </dgm:spPr>
      <dgm:t>
        <a:bodyPr/>
        <a:lstStyle/>
        <a:p>
          <a:r>
            <a:rPr lang="it-IT"/>
            <a:t>Addestramento dell’algoritmo tramite il dataset di training</a:t>
          </a:r>
          <a:endParaRPr lang="en-US"/>
        </a:p>
      </dgm:t>
    </dgm:pt>
    <dgm:pt modelId="{AC31446D-D761-4DA6-8D48-F7F4F5E18029}" type="parTrans" cxnId="{7A8E85E0-0D5E-46CA-B625-2699544AC10D}">
      <dgm:prSet/>
      <dgm:spPr/>
      <dgm:t>
        <a:bodyPr/>
        <a:lstStyle/>
        <a:p>
          <a:endParaRPr lang="en-US"/>
        </a:p>
      </dgm:t>
    </dgm:pt>
    <dgm:pt modelId="{3E9FA5A1-2395-45AE-8006-DFC9A722BA78}" type="sibTrans" cxnId="{7A8E85E0-0D5E-46CA-B625-2699544AC10D}">
      <dgm:prSet/>
      <dgm:spPr/>
      <dgm:t>
        <a:bodyPr/>
        <a:lstStyle/>
        <a:p>
          <a:endParaRPr lang="en-US"/>
        </a:p>
      </dgm:t>
    </dgm:pt>
    <dgm:pt modelId="{BEB04086-CA7B-4846-8FCB-C256422BAAE4}">
      <dgm:prSet/>
      <dgm:spPr>
        <a:solidFill>
          <a:srgbClr val="13526E"/>
        </a:solidFill>
      </dgm:spPr>
      <dgm:t>
        <a:bodyPr/>
        <a:lstStyle/>
        <a:p>
          <a:r>
            <a:rPr lang="it-IT"/>
            <a:t>Ottimizzazione dei parametri CM, CR e FM</a:t>
          </a:r>
          <a:endParaRPr lang="en-US"/>
        </a:p>
      </dgm:t>
    </dgm:pt>
    <dgm:pt modelId="{E24D0D91-2D58-42B9-9ACD-94872D9238AE}" type="parTrans" cxnId="{0DDD2C95-CAE1-46AF-9297-70EF946A2F24}">
      <dgm:prSet/>
      <dgm:spPr/>
      <dgm:t>
        <a:bodyPr/>
        <a:lstStyle/>
        <a:p>
          <a:endParaRPr lang="en-US"/>
        </a:p>
      </dgm:t>
    </dgm:pt>
    <dgm:pt modelId="{6C5FFD21-EB71-4FCE-8145-41C6AFB4B88C}" type="sibTrans" cxnId="{0DDD2C95-CAE1-46AF-9297-70EF946A2F24}">
      <dgm:prSet/>
      <dgm:spPr/>
      <dgm:t>
        <a:bodyPr/>
        <a:lstStyle/>
        <a:p>
          <a:endParaRPr lang="en-US"/>
        </a:p>
      </dgm:t>
    </dgm:pt>
    <dgm:pt modelId="{56D10482-F5FD-4BDF-802C-02CB60ED837F}">
      <dgm:prSet/>
      <dgm:spPr>
        <a:solidFill>
          <a:srgbClr val="13526E"/>
        </a:solidFill>
      </dgm:spPr>
      <dgm:t>
        <a:bodyPr/>
        <a:lstStyle/>
        <a:p>
          <a:r>
            <a:rPr lang="it-IT"/>
            <a:t>Applicazione al dataset di test </a:t>
          </a:r>
          <a:endParaRPr lang="en-US"/>
        </a:p>
      </dgm:t>
    </dgm:pt>
    <dgm:pt modelId="{11F3EFF6-180E-4C58-B108-AD7C764F6FF5}" type="parTrans" cxnId="{B3D993F0-85EA-4FC0-829F-C309C53750F7}">
      <dgm:prSet/>
      <dgm:spPr/>
      <dgm:t>
        <a:bodyPr/>
        <a:lstStyle/>
        <a:p>
          <a:endParaRPr lang="en-US"/>
        </a:p>
      </dgm:t>
    </dgm:pt>
    <dgm:pt modelId="{65B3070E-1317-4699-99A0-710387582781}" type="sibTrans" cxnId="{B3D993F0-85EA-4FC0-829F-C309C53750F7}">
      <dgm:prSet/>
      <dgm:spPr/>
      <dgm:t>
        <a:bodyPr/>
        <a:lstStyle/>
        <a:p>
          <a:endParaRPr lang="en-US"/>
        </a:p>
      </dgm:t>
    </dgm:pt>
    <dgm:pt modelId="{636DAC82-7A34-4B7F-BEB9-92D1788D9717}">
      <dgm:prSet/>
      <dgm:spPr>
        <a:solidFill>
          <a:srgbClr val="13526E"/>
        </a:solidFill>
      </dgm:spPr>
      <dgm:t>
        <a:bodyPr/>
        <a:lstStyle/>
        <a:p>
          <a:r>
            <a:rPr lang="it-IT"/>
            <a:t>Raccolta dei valori ottenuti</a:t>
          </a:r>
          <a:endParaRPr lang="en-US"/>
        </a:p>
      </dgm:t>
    </dgm:pt>
    <dgm:pt modelId="{8EC3F7F1-9B2E-427C-8801-99E03BE12430}" type="parTrans" cxnId="{69190678-8808-43E2-90FC-A58372F0E66F}">
      <dgm:prSet/>
      <dgm:spPr/>
      <dgm:t>
        <a:bodyPr/>
        <a:lstStyle/>
        <a:p>
          <a:endParaRPr lang="en-US"/>
        </a:p>
      </dgm:t>
    </dgm:pt>
    <dgm:pt modelId="{B973B652-AF70-4D37-B409-9A764C2A7475}" type="sibTrans" cxnId="{69190678-8808-43E2-90FC-A58372F0E66F}">
      <dgm:prSet/>
      <dgm:spPr/>
      <dgm:t>
        <a:bodyPr/>
        <a:lstStyle/>
        <a:p>
          <a:endParaRPr lang="en-US"/>
        </a:p>
      </dgm:t>
    </dgm:pt>
    <dgm:pt modelId="{4D264997-713C-4844-8152-49D9E2538BDB}" type="pres">
      <dgm:prSet presAssocID="{60113A8F-72ED-451D-9E9E-03F55E8C4007}" presName="Name0" presStyleCnt="0">
        <dgm:presLayoutVars>
          <dgm:dir/>
          <dgm:resizeHandles val="exact"/>
        </dgm:presLayoutVars>
      </dgm:prSet>
      <dgm:spPr/>
    </dgm:pt>
    <dgm:pt modelId="{EDCD6EDA-D9BF-4BC0-B06B-9B030F3CD0BA}" type="pres">
      <dgm:prSet presAssocID="{11A88ABE-F53E-4913-B819-5197549F07DC}" presName="node" presStyleLbl="node1" presStyleIdx="0" presStyleCnt="7">
        <dgm:presLayoutVars>
          <dgm:bulletEnabled val="1"/>
        </dgm:presLayoutVars>
      </dgm:prSet>
      <dgm:spPr/>
    </dgm:pt>
    <dgm:pt modelId="{A22C8439-5DF2-45BF-B89C-1AAEF2274509}" type="pres">
      <dgm:prSet presAssocID="{167B461E-9C1B-42E8-9D33-D4715ED5264D}" presName="sibTrans" presStyleLbl="sibTrans1D1" presStyleIdx="0" presStyleCnt="6"/>
      <dgm:spPr/>
    </dgm:pt>
    <dgm:pt modelId="{2DE18022-2BE9-4CE1-B9FA-A3C5E7E356A2}" type="pres">
      <dgm:prSet presAssocID="{167B461E-9C1B-42E8-9D33-D4715ED5264D}" presName="connectorText" presStyleLbl="sibTrans1D1" presStyleIdx="0" presStyleCnt="6"/>
      <dgm:spPr/>
    </dgm:pt>
    <dgm:pt modelId="{64F96574-1A4C-470A-9193-06116C6CA2C1}" type="pres">
      <dgm:prSet presAssocID="{9FD0AE91-A3A7-476E-B2BB-FFAA4AE2F069}" presName="node" presStyleLbl="node1" presStyleIdx="1" presStyleCnt="7">
        <dgm:presLayoutVars>
          <dgm:bulletEnabled val="1"/>
        </dgm:presLayoutVars>
      </dgm:prSet>
      <dgm:spPr/>
    </dgm:pt>
    <dgm:pt modelId="{FF3288C0-3704-4D2A-A68A-6CCA2751EAAC}" type="pres">
      <dgm:prSet presAssocID="{4B12DB37-300B-4B58-A196-ED1D0B47EBDA}" presName="sibTrans" presStyleLbl="sibTrans1D1" presStyleIdx="1" presStyleCnt="6"/>
      <dgm:spPr/>
    </dgm:pt>
    <dgm:pt modelId="{B0E4BB81-61B6-43E8-A8A4-9B774E753F72}" type="pres">
      <dgm:prSet presAssocID="{4B12DB37-300B-4B58-A196-ED1D0B47EBDA}" presName="connectorText" presStyleLbl="sibTrans1D1" presStyleIdx="1" presStyleCnt="6"/>
      <dgm:spPr/>
    </dgm:pt>
    <dgm:pt modelId="{876BD988-F1FC-4302-830D-DC99F6E11AD8}" type="pres">
      <dgm:prSet presAssocID="{DB82F184-A0DD-450B-9F8B-37BB91F57D74}" presName="node" presStyleLbl="node1" presStyleIdx="2" presStyleCnt="7">
        <dgm:presLayoutVars>
          <dgm:bulletEnabled val="1"/>
        </dgm:presLayoutVars>
      </dgm:prSet>
      <dgm:spPr/>
    </dgm:pt>
    <dgm:pt modelId="{75D15691-11C4-446A-84AE-E27BD1E96676}" type="pres">
      <dgm:prSet presAssocID="{EBB6A854-8381-470E-82C1-0F28C9806572}" presName="sibTrans" presStyleLbl="sibTrans1D1" presStyleIdx="2" presStyleCnt="6"/>
      <dgm:spPr/>
    </dgm:pt>
    <dgm:pt modelId="{8C4C997E-032E-4F14-A847-C43B248D48F7}" type="pres">
      <dgm:prSet presAssocID="{EBB6A854-8381-470E-82C1-0F28C9806572}" presName="connectorText" presStyleLbl="sibTrans1D1" presStyleIdx="2" presStyleCnt="6"/>
      <dgm:spPr/>
    </dgm:pt>
    <dgm:pt modelId="{FF8F3332-4782-44CF-A16F-45740F26F3BF}" type="pres">
      <dgm:prSet presAssocID="{12D67536-B181-445D-A846-C346CFFAF5E2}" presName="node" presStyleLbl="node1" presStyleIdx="3" presStyleCnt="7">
        <dgm:presLayoutVars>
          <dgm:bulletEnabled val="1"/>
        </dgm:presLayoutVars>
      </dgm:prSet>
      <dgm:spPr/>
    </dgm:pt>
    <dgm:pt modelId="{2106B8A2-CD30-46F6-86D0-EB3A8437ED13}" type="pres">
      <dgm:prSet presAssocID="{3E9FA5A1-2395-45AE-8006-DFC9A722BA78}" presName="sibTrans" presStyleLbl="sibTrans1D1" presStyleIdx="3" presStyleCnt="6"/>
      <dgm:spPr/>
    </dgm:pt>
    <dgm:pt modelId="{EE7DF283-AAC4-4563-BDE5-4B46E3DF006F}" type="pres">
      <dgm:prSet presAssocID="{3E9FA5A1-2395-45AE-8006-DFC9A722BA78}" presName="connectorText" presStyleLbl="sibTrans1D1" presStyleIdx="3" presStyleCnt="6"/>
      <dgm:spPr/>
    </dgm:pt>
    <dgm:pt modelId="{CC36DA8A-8D11-4C4F-9FAE-14E6E7218ED6}" type="pres">
      <dgm:prSet presAssocID="{BEB04086-CA7B-4846-8FCB-C256422BAAE4}" presName="node" presStyleLbl="node1" presStyleIdx="4" presStyleCnt="7">
        <dgm:presLayoutVars>
          <dgm:bulletEnabled val="1"/>
        </dgm:presLayoutVars>
      </dgm:prSet>
      <dgm:spPr/>
    </dgm:pt>
    <dgm:pt modelId="{65526CC0-4D48-410B-AD28-9D44D568DBAD}" type="pres">
      <dgm:prSet presAssocID="{6C5FFD21-EB71-4FCE-8145-41C6AFB4B88C}" presName="sibTrans" presStyleLbl="sibTrans1D1" presStyleIdx="4" presStyleCnt="6"/>
      <dgm:spPr/>
    </dgm:pt>
    <dgm:pt modelId="{F2773D13-41E3-4E5F-B64A-5C65EAD9B3D6}" type="pres">
      <dgm:prSet presAssocID="{6C5FFD21-EB71-4FCE-8145-41C6AFB4B88C}" presName="connectorText" presStyleLbl="sibTrans1D1" presStyleIdx="4" presStyleCnt="6"/>
      <dgm:spPr/>
    </dgm:pt>
    <dgm:pt modelId="{929C5352-036A-4B55-BD09-3C65B6E38C7D}" type="pres">
      <dgm:prSet presAssocID="{56D10482-F5FD-4BDF-802C-02CB60ED837F}" presName="node" presStyleLbl="node1" presStyleIdx="5" presStyleCnt="7">
        <dgm:presLayoutVars>
          <dgm:bulletEnabled val="1"/>
        </dgm:presLayoutVars>
      </dgm:prSet>
      <dgm:spPr/>
    </dgm:pt>
    <dgm:pt modelId="{481D3448-CA67-48AF-A89A-BB5F077322CE}" type="pres">
      <dgm:prSet presAssocID="{65B3070E-1317-4699-99A0-710387582781}" presName="sibTrans" presStyleLbl="sibTrans1D1" presStyleIdx="5" presStyleCnt="6"/>
      <dgm:spPr/>
    </dgm:pt>
    <dgm:pt modelId="{FCCBDDB8-F0B7-4CC4-AE9C-BA56B74DB48E}" type="pres">
      <dgm:prSet presAssocID="{65B3070E-1317-4699-99A0-710387582781}" presName="connectorText" presStyleLbl="sibTrans1D1" presStyleIdx="5" presStyleCnt="6"/>
      <dgm:spPr/>
    </dgm:pt>
    <dgm:pt modelId="{B7A007BC-2D40-42E5-A5FA-02CBF1A6D7F5}" type="pres">
      <dgm:prSet presAssocID="{636DAC82-7A34-4B7F-BEB9-92D1788D9717}" presName="node" presStyleLbl="node1" presStyleIdx="6" presStyleCnt="7">
        <dgm:presLayoutVars>
          <dgm:bulletEnabled val="1"/>
        </dgm:presLayoutVars>
      </dgm:prSet>
      <dgm:spPr/>
    </dgm:pt>
  </dgm:ptLst>
  <dgm:cxnLst>
    <dgm:cxn modelId="{EC2DB800-2EF8-4587-9EDA-C30B0C540CCA}" type="presOf" srcId="{EBB6A854-8381-470E-82C1-0F28C9806572}" destId="{75D15691-11C4-446A-84AE-E27BD1E96676}" srcOrd="0" destOrd="0" presId="urn:microsoft.com/office/officeart/2016/7/layout/RepeatingBendingProcessNew"/>
    <dgm:cxn modelId="{C02CF207-9795-43C0-A820-2B965D8BAA38}" type="presOf" srcId="{636DAC82-7A34-4B7F-BEB9-92D1788D9717}" destId="{B7A007BC-2D40-42E5-A5FA-02CBF1A6D7F5}" srcOrd="0" destOrd="0" presId="urn:microsoft.com/office/officeart/2016/7/layout/RepeatingBendingProcessNew"/>
    <dgm:cxn modelId="{37183709-792C-48A2-A8CF-F100EF3EF37E}" srcId="{60113A8F-72ED-451D-9E9E-03F55E8C4007}" destId="{DB82F184-A0DD-450B-9F8B-37BB91F57D74}" srcOrd="2" destOrd="0" parTransId="{3D89803C-7E53-4954-B4AC-1EC405240476}" sibTransId="{EBB6A854-8381-470E-82C1-0F28C9806572}"/>
    <dgm:cxn modelId="{99E24D13-4025-48CF-B987-DD5E9D9D3E3B}" srcId="{60113A8F-72ED-451D-9E9E-03F55E8C4007}" destId="{9FD0AE91-A3A7-476E-B2BB-FFAA4AE2F069}" srcOrd="1" destOrd="0" parTransId="{C05ED1E9-FEDA-4E42-AF58-4F86A33DBEBC}" sibTransId="{4B12DB37-300B-4B58-A196-ED1D0B47EBDA}"/>
    <dgm:cxn modelId="{40CF891B-1C30-469C-9C4F-3C1DEEF9DC9D}" type="presOf" srcId="{11A88ABE-F53E-4913-B819-5197549F07DC}" destId="{EDCD6EDA-D9BF-4BC0-B06B-9B030F3CD0BA}" srcOrd="0" destOrd="0" presId="urn:microsoft.com/office/officeart/2016/7/layout/RepeatingBendingProcessNew"/>
    <dgm:cxn modelId="{C834FC5B-C7F7-4257-A06A-E0E4A3FD447F}" srcId="{60113A8F-72ED-451D-9E9E-03F55E8C4007}" destId="{11A88ABE-F53E-4913-B819-5197549F07DC}" srcOrd="0" destOrd="0" parTransId="{29D5CB04-BCFC-473E-ACB0-BB1928E8D1B3}" sibTransId="{167B461E-9C1B-42E8-9D33-D4715ED5264D}"/>
    <dgm:cxn modelId="{768B985D-FDDA-4ABE-88BD-F9D027433500}" type="presOf" srcId="{60113A8F-72ED-451D-9E9E-03F55E8C4007}" destId="{4D264997-713C-4844-8152-49D9E2538BDB}" srcOrd="0" destOrd="0" presId="urn:microsoft.com/office/officeart/2016/7/layout/RepeatingBendingProcessNew"/>
    <dgm:cxn modelId="{3274E05D-4A52-4BE5-8CFA-6819EC9B48D0}" type="presOf" srcId="{56D10482-F5FD-4BDF-802C-02CB60ED837F}" destId="{929C5352-036A-4B55-BD09-3C65B6E38C7D}" srcOrd="0" destOrd="0" presId="urn:microsoft.com/office/officeart/2016/7/layout/RepeatingBendingProcessNew"/>
    <dgm:cxn modelId="{724BDE64-5F07-4BF2-B10B-47C7DDF3E583}" type="presOf" srcId="{6C5FFD21-EB71-4FCE-8145-41C6AFB4B88C}" destId="{65526CC0-4D48-410B-AD28-9D44D568DBAD}" srcOrd="0" destOrd="0" presId="urn:microsoft.com/office/officeart/2016/7/layout/RepeatingBendingProcessNew"/>
    <dgm:cxn modelId="{FEF41E45-5BAB-4FD5-9627-72AE85499BFE}" type="presOf" srcId="{12D67536-B181-445D-A846-C346CFFAF5E2}" destId="{FF8F3332-4782-44CF-A16F-45740F26F3BF}" srcOrd="0" destOrd="0" presId="urn:microsoft.com/office/officeart/2016/7/layout/RepeatingBendingProcessNew"/>
    <dgm:cxn modelId="{EFDA3947-1368-48A2-84F0-486B0B7AAE0A}" type="presOf" srcId="{65B3070E-1317-4699-99A0-710387582781}" destId="{481D3448-CA67-48AF-A89A-BB5F077322CE}" srcOrd="0" destOrd="0" presId="urn:microsoft.com/office/officeart/2016/7/layout/RepeatingBendingProcessNew"/>
    <dgm:cxn modelId="{96C36252-C0D6-43FD-8640-A432CC3ED98D}" type="presOf" srcId="{167B461E-9C1B-42E8-9D33-D4715ED5264D}" destId="{A22C8439-5DF2-45BF-B89C-1AAEF2274509}" srcOrd="0" destOrd="0" presId="urn:microsoft.com/office/officeart/2016/7/layout/RepeatingBendingProcessNew"/>
    <dgm:cxn modelId="{69190678-8808-43E2-90FC-A58372F0E66F}" srcId="{60113A8F-72ED-451D-9E9E-03F55E8C4007}" destId="{636DAC82-7A34-4B7F-BEB9-92D1788D9717}" srcOrd="6" destOrd="0" parTransId="{8EC3F7F1-9B2E-427C-8801-99E03BE12430}" sibTransId="{B973B652-AF70-4D37-B409-9A764C2A7475}"/>
    <dgm:cxn modelId="{66BEE978-A750-45E0-8350-A9DCAF6CA215}" type="presOf" srcId="{4B12DB37-300B-4B58-A196-ED1D0B47EBDA}" destId="{B0E4BB81-61B6-43E8-A8A4-9B774E753F72}" srcOrd="1" destOrd="0" presId="urn:microsoft.com/office/officeart/2016/7/layout/RepeatingBendingProcessNew"/>
    <dgm:cxn modelId="{94E71482-4463-4EC0-9C57-6130CE5F1E09}" type="presOf" srcId="{EBB6A854-8381-470E-82C1-0F28C9806572}" destId="{8C4C997E-032E-4F14-A847-C43B248D48F7}" srcOrd="1" destOrd="0" presId="urn:microsoft.com/office/officeart/2016/7/layout/RepeatingBendingProcessNew"/>
    <dgm:cxn modelId="{EEB52787-E21C-43E3-86A0-5CEA3D2577CB}" type="presOf" srcId="{BEB04086-CA7B-4846-8FCB-C256422BAAE4}" destId="{CC36DA8A-8D11-4C4F-9FAE-14E6E7218ED6}" srcOrd="0" destOrd="0" presId="urn:microsoft.com/office/officeart/2016/7/layout/RepeatingBendingProcessNew"/>
    <dgm:cxn modelId="{8E31A98A-7625-44F4-9142-F40BF853CEE9}" type="presOf" srcId="{9FD0AE91-A3A7-476E-B2BB-FFAA4AE2F069}" destId="{64F96574-1A4C-470A-9193-06116C6CA2C1}" srcOrd="0" destOrd="0" presId="urn:microsoft.com/office/officeart/2016/7/layout/RepeatingBendingProcessNew"/>
    <dgm:cxn modelId="{0DDD2C95-CAE1-46AF-9297-70EF946A2F24}" srcId="{60113A8F-72ED-451D-9E9E-03F55E8C4007}" destId="{BEB04086-CA7B-4846-8FCB-C256422BAAE4}" srcOrd="4" destOrd="0" parTransId="{E24D0D91-2D58-42B9-9ACD-94872D9238AE}" sibTransId="{6C5FFD21-EB71-4FCE-8145-41C6AFB4B88C}"/>
    <dgm:cxn modelId="{5A2E8899-9684-4D7F-9CDA-2C29E7D4F2AC}" type="presOf" srcId="{3E9FA5A1-2395-45AE-8006-DFC9A722BA78}" destId="{2106B8A2-CD30-46F6-86D0-EB3A8437ED13}" srcOrd="0" destOrd="0" presId="urn:microsoft.com/office/officeart/2016/7/layout/RepeatingBendingProcessNew"/>
    <dgm:cxn modelId="{BFE9AAA2-5829-4716-ACCE-5F0CA2CC20B1}" type="presOf" srcId="{6C5FFD21-EB71-4FCE-8145-41C6AFB4B88C}" destId="{F2773D13-41E3-4E5F-B64A-5C65EAD9B3D6}" srcOrd="1" destOrd="0" presId="urn:microsoft.com/office/officeart/2016/7/layout/RepeatingBendingProcessNew"/>
    <dgm:cxn modelId="{0569D7AE-B391-4319-9EE0-E88DC5CCEDAB}" type="presOf" srcId="{167B461E-9C1B-42E8-9D33-D4715ED5264D}" destId="{2DE18022-2BE9-4CE1-B9FA-A3C5E7E356A2}" srcOrd="1" destOrd="0" presId="urn:microsoft.com/office/officeart/2016/7/layout/RepeatingBendingProcessNew"/>
    <dgm:cxn modelId="{E50CA2C2-A5C8-45FF-AD8F-46E42F0BE644}" type="presOf" srcId="{3E9FA5A1-2395-45AE-8006-DFC9A722BA78}" destId="{EE7DF283-AAC4-4563-BDE5-4B46E3DF006F}" srcOrd="1" destOrd="0" presId="urn:microsoft.com/office/officeart/2016/7/layout/RepeatingBendingProcessNew"/>
    <dgm:cxn modelId="{918248D0-7F68-4CFF-B738-4F1F93662B27}" type="presOf" srcId="{4B12DB37-300B-4B58-A196-ED1D0B47EBDA}" destId="{FF3288C0-3704-4D2A-A68A-6CCA2751EAAC}" srcOrd="0" destOrd="0" presId="urn:microsoft.com/office/officeart/2016/7/layout/RepeatingBendingProcessNew"/>
    <dgm:cxn modelId="{7A8E85E0-0D5E-46CA-B625-2699544AC10D}" srcId="{60113A8F-72ED-451D-9E9E-03F55E8C4007}" destId="{12D67536-B181-445D-A846-C346CFFAF5E2}" srcOrd="3" destOrd="0" parTransId="{AC31446D-D761-4DA6-8D48-F7F4F5E18029}" sibTransId="{3E9FA5A1-2395-45AE-8006-DFC9A722BA78}"/>
    <dgm:cxn modelId="{B3D993F0-85EA-4FC0-829F-C309C53750F7}" srcId="{60113A8F-72ED-451D-9E9E-03F55E8C4007}" destId="{56D10482-F5FD-4BDF-802C-02CB60ED837F}" srcOrd="5" destOrd="0" parTransId="{11F3EFF6-180E-4C58-B108-AD7C764F6FF5}" sibTransId="{65B3070E-1317-4699-99A0-710387582781}"/>
    <dgm:cxn modelId="{EDD34DF5-DA63-4D76-86AB-7AE0412BFDAD}" type="presOf" srcId="{DB82F184-A0DD-450B-9F8B-37BB91F57D74}" destId="{876BD988-F1FC-4302-830D-DC99F6E11AD8}" srcOrd="0" destOrd="0" presId="urn:microsoft.com/office/officeart/2016/7/layout/RepeatingBendingProcessNew"/>
    <dgm:cxn modelId="{EE5EE6FA-AFD2-46CE-82DE-07C38A870B74}" type="presOf" srcId="{65B3070E-1317-4699-99A0-710387582781}" destId="{FCCBDDB8-F0B7-4CC4-AE9C-BA56B74DB48E}" srcOrd="1" destOrd="0" presId="urn:microsoft.com/office/officeart/2016/7/layout/RepeatingBendingProcessNew"/>
    <dgm:cxn modelId="{9850B679-3FC2-4598-BBA1-B796EDAC482D}" type="presParOf" srcId="{4D264997-713C-4844-8152-49D9E2538BDB}" destId="{EDCD6EDA-D9BF-4BC0-B06B-9B030F3CD0BA}" srcOrd="0" destOrd="0" presId="urn:microsoft.com/office/officeart/2016/7/layout/RepeatingBendingProcessNew"/>
    <dgm:cxn modelId="{DAFDA57B-735D-4F1C-89B9-279A7099DD7A}" type="presParOf" srcId="{4D264997-713C-4844-8152-49D9E2538BDB}" destId="{A22C8439-5DF2-45BF-B89C-1AAEF2274509}" srcOrd="1" destOrd="0" presId="urn:microsoft.com/office/officeart/2016/7/layout/RepeatingBendingProcessNew"/>
    <dgm:cxn modelId="{A391C0FC-8C50-4D66-A2E9-787A6DD05457}" type="presParOf" srcId="{A22C8439-5DF2-45BF-B89C-1AAEF2274509}" destId="{2DE18022-2BE9-4CE1-B9FA-A3C5E7E356A2}" srcOrd="0" destOrd="0" presId="urn:microsoft.com/office/officeart/2016/7/layout/RepeatingBendingProcessNew"/>
    <dgm:cxn modelId="{AE7033BB-F07C-4327-9A3F-667EF411AA65}" type="presParOf" srcId="{4D264997-713C-4844-8152-49D9E2538BDB}" destId="{64F96574-1A4C-470A-9193-06116C6CA2C1}" srcOrd="2" destOrd="0" presId="urn:microsoft.com/office/officeart/2016/7/layout/RepeatingBendingProcessNew"/>
    <dgm:cxn modelId="{46121DC8-522B-428F-92D9-928EDC55264B}" type="presParOf" srcId="{4D264997-713C-4844-8152-49D9E2538BDB}" destId="{FF3288C0-3704-4D2A-A68A-6CCA2751EAAC}" srcOrd="3" destOrd="0" presId="urn:microsoft.com/office/officeart/2016/7/layout/RepeatingBendingProcessNew"/>
    <dgm:cxn modelId="{65C6BFAA-0CA3-41E8-91C5-1950F31500EA}" type="presParOf" srcId="{FF3288C0-3704-4D2A-A68A-6CCA2751EAAC}" destId="{B0E4BB81-61B6-43E8-A8A4-9B774E753F72}" srcOrd="0" destOrd="0" presId="urn:microsoft.com/office/officeart/2016/7/layout/RepeatingBendingProcessNew"/>
    <dgm:cxn modelId="{4F2F4D34-CA1B-4746-95AA-638A52A48263}" type="presParOf" srcId="{4D264997-713C-4844-8152-49D9E2538BDB}" destId="{876BD988-F1FC-4302-830D-DC99F6E11AD8}" srcOrd="4" destOrd="0" presId="urn:microsoft.com/office/officeart/2016/7/layout/RepeatingBendingProcessNew"/>
    <dgm:cxn modelId="{FC975720-DA55-465B-8A9A-6966FAD06C39}" type="presParOf" srcId="{4D264997-713C-4844-8152-49D9E2538BDB}" destId="{75D15691-11C4-446A-84AE-E27BD1E96676}" srcOrd="5" destOrd="0" presId="urn:microsoft.com/office/officeart/2016/7/layout/RepeatingBendingProcessNew"/>
    <dgm:cxn modelId="{3E01C929-289A-4523-9E79-E2365C629804}" type="presParOf" srcId="{75D15691-11C4-446A-84AE-E27BD1E96676}" destId="{8C4C997E-032E-4F14-A847-C43B248D48F7}" srcOrd="0" destOrd="0" presId="urn:microsoft.com/office/officeart/2016/7/layout/RepeatingBendingProcessNew"/>
    <dgm:cxn modelId="{3A06DE2B-B042-4C3C-A51F-315B412821BB}" type="presParOf" srcId="{4D264997-713C-4844-8152-49D9E2538BDB}" destId="{FF8F3332-4782-44CF-A16F-45740F26F3BF}" srcOrd="6" destOrd="0" presId="urn:microsoft.com/office/officeart/2016/7/layout/RepeatingBendingProcessNew"/>
    <dgm:cxn modelId="{B790F57F-EF97-4F25-B0F7-740219CBC272}" type="presParOf" srcId="{4D264997-713C-4844-8152-49D9E2538BDB}" destId="{2106B8A2-CD30-46F6-86D0-EB3A8437ED13}" srcOrd="7" destOrd="0" presId="urn:microsoft.com/office/officeart/2016/7/layout/RepeatingBendingProcessNew"/>
    <dgm:cxn modelId="{FDE5E378-46DA-4566-91A4-911817D77C62}" type="presParOf" srcId="{2106B8A2-CD30-46F6-86D0-EB3A8437ED13}" destId="{EE7DF283-AAC4-4563-BDE5-4B46E3DF006F}" srcOrd="0" destOrd="0" presId="urn:microsoft.com/office/officeart/2016/7/layout/RepeatingBendingProcessNew"/>
    <dgm:cxn modelId="{8644052F-3C7C-487C-A739-BD85E6A3A210}" type="presParOf" srcId="{4D264997-713C-4844-8152-49D9E2538BDB}" destId="{CC36DA8A-8D11-4C4F-9FAE-14E6E7218ED6}" srcOrd="8" destOrd="0" presId="urn:microsoft.com/office/officeart/2016/7/layout/RepeatingBendingProcessNew"/>
    <dgm:cxn modelId="{40043169-BE18-44B1-9081-D5A5CA1E3FFB}" type="presParOf" srcId="{4D264997-713C-4844-8152-49D9E2538BDB}" destId="{65526CC0-4D48-410B-AD28-9D44D568DBAD}" srcOrd="9" destOrd="0" presId="urn:microsoft.com/office/officeart/2016/7/layout/RepeatingBendingProcessNew"/>
    <dgm:cxn modelId="{7924E8A5-ACA5-47DA-AE73-511E9F6D750B}" type="presParOf" srcId="{65526CC0-4D48-410B-AD28-9D44D568DBAD}" destId="{F2773D13-41E3-4E5F-B64A-5C65EAD9B3D6}" srcOrd="0" destOrd="0" presId="urn:microsoft.com/office/officeart/2016/7/layout/RepeatingBendingProcessNew"/>
    <dgm:cxn modelId="{36B178B6-C467-4347-8909-9A691F7427BA}" type="presParOf" srcId="{4D264997-713C-4844-8152-49D9E2538BDB}" destId="{929C5352-036A-4B55-BD09-3C65B6E38C7D}" srcOrd="10" destOrd="0" presId="urn:microsoft.com/office/officeart/2016/7/layout/RepeatingBendingProcessNew"/>
    <dgm:cxn modelId="{2CC32B88-1F7D-472C-B1AA-3BE61EE91E61}" type="presParOf" srcId="{4D264997-713C-4844-8152-49D9E2538BDB}" destId="{481D3448-CA67-48AF-A89A-BB5F077322CE}" srcOrd="11" destOrd="0" presId="urn:microsoft.com/office/officeart/2016/7/layout/RepeatingBendingProcessNew"/>
    <dgm:cxn modelId="{CC445E27-653A-4725-858B-5A1C670B92C0}" type="presParOf" srcId="{481D3448-CA67-48AF-A89A-BB5F077322CE}" destId="{FCCBDDB8-F0B7-4CC4-AE9C-BA56B74DB48E}" srcOrd="0" destOrd="0" presId="urn:microsoft.com/office/officeart/2016/7/layout/RepeatingBendingProcessNew"/>
    <dgm:cxn modelId="{7AACC95B-88CC-4591-AFF4-AC93E0618CB1}" type="presParOf" srcId="{4D264997-713C-4844-8152-49D9E2538BDB}" destId="{B7A007BC-2D40-42E5-A5FA-02CBF1A6D7F5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113A8F-72ED-451D-9E9E-03F55E8C400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1A88ABE-F53E-4913-B819-5197549F07DC}">
      <dgm:prSet/>
      <dgm:spPr/>
      <dgm:t>
        <a:bodyPr/>
        <a:lstStyle/>
        <a:p>
          <a:pPr>
            <a:lnSpc>
              <a:spcPct val="100000"/>
            </a:lnSpc>
          </a:pPr>
          <a:r>
            <a: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Creazione dei percorsi delle cartelle di Training e Test</a:t>
          </a:r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9D5CB04-BCFC-473E-ACB0-BB1928E8D1B3}" type="parTrans" cxnId="{C834FC5B-C7F7-4257-A06A-E0E4A3FD447F}">
      <dgm:prSet/>
      <dgm:spPr/>
      <dgm:t>
        <a:bodyPr/>
        <a:lstStyle/>
        <a:p>
          <a:endParaRPr lang="en-US"/>
        </a:p>
      </dgm:t>
    </dgm:pt>
    <dgm:pt modelId="{167B461E-9C1B-42E8-9D33-D4715ED5264D}" type="sibTrans" cxnId="{C834FC5B-C7F7-4257-A06A-E0E4A3FD447F}">
      <dgm:prSet/>
      <dgm:spPr/>
      <dgm:t>
        <a:bodyPr/>
        <a:lstStyle/>
        <a:p>
          <a:endParaRPr lang="en-US"/>
        </a:p>
      </dgm:t>
    </dgm:pt>
    <dgm:pt modelId="{DB82F184-A0DD-450B-9F8B-37BB91F57D74}">
      <dgm:prSet/>
      <dgm:spPr/>
      <dgm:t>
        <a:bodyPr/>
        <a:lstStyle/>
        <a:p>
          <a:pPr>
            <a:lnSpc>
              <a:spcPct val="100000"/>
            </a:lnSpc>
          </a:pPr>
          <a:r>
            <a: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Caricamento delle immagini di Training</a:t>
          </a:r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D89803C-7E53-4954-B4AC-1EC405240476}" type="parTrans" cxnId="{37183709-792C-48A2-A8CF-F100EF3EF37E}">
      <dgm:prSet/>
      <dgm:spPr/>
      <dgm:t>
        <a:bodyPr/>
        <a:lstStyle/>
        <a:p>
          <a:endParaRPr lang="en-US"/>
        </a:p>
      </dgm:t>
    </dgm:pt>
    <dgm:pt modelId="{EBB6A854-8381-470E-82C1-0F28C9806572}" type="sibTrans" cxnId="{37183709-792C-48A2-A8CF-F100EF3EF37E}">
      <dgm:prSet/>
      <dgm:spPr/>
      <dgm:t>
        <a:bodyPr/>
        <a:lstStyle/>
        <a:p>
          <a:endParaRPr lang="en-US"/>
        </a:p>
      </dgm:t>
    </dgm:pt>
    <dgm:pt modelId="{BEB04086-CA7B-4846-8FCB-C256422BAA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Addestramento</a:t>
          </a:r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della</a:t>
          </a:r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CNN</a:t>
          </a:r>
        </a:p>
      </dgm:t>
    </dgm:pt>
    <dgm:pt modelId="{E24D0D91-2D58-42B9-9ACD-94872D9238AE}" type="parTrans" cxnId="{0DDD2C95-CAE1-46AF-9297-70EF946A2F24}">
      <dgm:prSet/>
      <dgm:spPr/>
      <dgm:t>
        <a:bodyPr/>
        <a:lstStyle/>
        <a:p>
          <a:endParaRPr lang="en-US"/>
        </a:p>
      </dgm:t>
    </dgm:pt>
    <dgm:pt modelId="{6C5FFD21-EB71-4FCE-8145-41C6AFB4B88C}" type="sibTrans" cxnId="{0DDD2C95-CAE1-46AF-9297-70EF946A2F24}">
      <dgm:prSet/>
      <dgm:spPr/>
      <dgm:t>
        <a:bodyPr/>
        <a:lstStyle/>
        <a:p>
          <a:endParaRPr lang="en-US"/>
        </a:p>
      </dgm:t>
    </dgm:pt>
    <dgm:pt modelId="{56D10482-F5FD-4BDF-802C-02CB60ED837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Accuratezza in Training</a:t>
          </a:r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1F3EFF6-180E-4C58-B108-AD7C764F6FF5}" type="parTrans" cxnId="{B3D993F0-85EA-4FC0-829F-C309C53750F7}">
      <dgm:prSet/>
      <dgm:spPr/>
      <dgm:t>
        <a:bodyPr/>
        <a:lstStyle/>
        <a:p>
          <a:endParaRPr lang="en-US"/>
        </a:p>
      </dgm:t>
    </dgm:pt>
    <dgm:pt modelId="{65B3070E-1317-4699-99A0-710387582781}" type="sibTrans" cxnId="{B3D993F0-85EA-4FC0-829F-C309C53750F7}">
      <dgm:prSet/>
      <dgm:spPr/>
      <dgm:t>
        <a:bodyPr/>
        <a:lstStyle/>
        <a:p>
          <a:endParaRPr lang="en-US"/>
        </a:p>
      </dgm:t>
    </dgm:pt>
    <dgm:pt modelId="{636DAC82-7A34-4B7F-BEB9-92D1788D97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Test </a:t>
          </a:r>
          <a:r>
            <a:rPr lang="en-US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della</a:t>
          </a:r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CNN</a:t>
          </a:r>
        </a:p>
      </dgm:t>
    </dgm:pt>
    <dgm:pt modelId="{8EC3F7F1-9B2E-427C-8801-99E03BE12430}" type="parTrans" cxnId="{69190678-8808-43E2-90FC-A58372F0E66F}">
      <dgm:prSet/>
      <dgm:spPr/>
      <dgm:t>
        <a:bodyPr/>
        <a:lstStyle/>
        <a:p>
          <a:endParaRPr lang="en-US"/>
        </a:p>
      </dgm:t>
    </dgm:pt>
    <dgm:pt modelId="{B973B652-AF70-4D37-B409-9A764C2A7475}" type="sibTrans" cxnId="{69190678-8808-43E2-90FC-A58372F0E66F}">
      <dgm:prSet/>
      <dgm:spPr/>
      <dgm:t>
        <a:bodyPr/>
        <a:lstStyle/>
        <a:p>
          <a:endParaRPr lang="en-US"/>
        </a:p>
      </dgm:t>
    </dgm:pt>
    <dgm:pt modelId="{12D67536-B181-445D-A846-C346CFFAF5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Definizione</a:t>
          </a:r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della</a:t>
          </a:r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CNN</a:t>
          </a:r>
        </a:p>
      </dgm:t>
    </dgm:pt>
    <dgm:pt modelId="{3E9FA5A1-2395-45AE-8006-DFC9A722BA78}" type="sibTrans" cxnId="{7A8E85E0-0D5E-46CA-B625-2699544AC10D}">
      <dgm:prSet/>
      <dgm:spPr/>
      <dgm:t>
        <a:bodyPr/>
        <a:lstStyle/>
        <a:p>
          <a:endParaRPr lang="en-US"/>
        </a:p>
      </dgm:t>
    </dgm:pt>
    <dgm:pt modelId="{AC31446D-D761-4DA6-8D48-F7F4F5E18029}" type="parTrans" cxnId="{7A8E85E0-0D5E-46CA-B625-2699544AC10D}">
      <dgm:prSet/>
      <dgm:spPr/>
      <dgm:t>
        <a:bodyPr/>
        <a:lstStyle/>
        <a:p>
          <a:endParaRPr lang="en-US"/>
        </a:p>
      </dgm:t>
    </dgm:pt>
    <dgm:pt modelId="{D7882BD8-1F3F-41ED-8517-C5491DEFC4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Prestazioni</a:t>
          </a:r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in Test</a:t>
          </a:r>
        </a:p>
      </dgm:t>
    </dgm:pt>
    <dgm:pt modelId="{A44FF47C-78AD-4FDF-A5FB-3C117A734CE0}" type="parTrans" cxnId="{E962D59B-D175-4C59-95C9-78707EF70846}">
      <dgm:prSet/>
      <dgm:spPr/>
      <dgm:t>
        <a:bodyPr/>
        <a:lstStyle/>
        <a:p>
          <a:endParaRPr lang="it-IT"/>
        </a:p>
      </dgm:t>
    </dgm:pt>
    <dgm:pt modelId="{DCD5A6CB-074C-46AB-B91B-6D3B36930CFA}" type="sibTrans" cxnId="{E962D59B-D175-4C59-95C9-78707EF70846}">
      <dgm:prSet/>
      <dgm:spPr/>
      <dgm:t>
        <a:bodyPr/>
        <a:lstStyle/>
        <a:p>
          <a:endParaRPr lang="it-IT"/>
        </a:p>
      </dgm:t>
    </dgm:pt>
    <dgm:pt modelId="{365BBDB5-9FE2-4F1B-91F9-8CDB9F5185CC}" type="pres">
      <dgm:prSet presAssocID="{60113A8F-72ED-451D-9E9E-03F55E8C4007}" presName="root" presStyleCnt="0">
        <dgm:presLayoutVars>
          <dgm:dir/>
          <dgm:resizeHandles val="exact"/>
        </dgm:presLayoutVars>
      </dgm:prSet>
      <dgm:spPr/>
    </dgm:pt>
    <dgm:pt modelId="{228170E3-8A2E-4037-9DBA-7000FBD7117B}" type="pres">
      <dgm:prSet presAssocID="{11A88ABE-F53E-4913-B819-5197549F07DC}" presName="compNode" presStyleCnt="0"/>
      <dgm:spPr/>
    </dgm:pt>
    <dgm:pt modelId="{E33FDBCF-B6F9-46AA-A3E4-13F4203D6F46}" type="pres">
      <dgm:prSet presAssocID="{11A88ABE-F53E-4913-B819-5197549F07DC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08A3E710-4459-4CE6-A699-5B6169B9FC57}" type="pres">
      <dgm:prSet presAssocID="{11A88ABE-F53E-4913-B819-5197549F07DC}" presName="spaceRect" presStyleCnt="0"/>
      <dgm:spPr/>
    </dgm:pt>
    <dgm:pt modelId="{79A4E1A1-C3DB-4B3B-B199-C2E48F3255C0}" type="pres">
      <dgm:prSet presAssocID="{11A88ABE-F53E-4913-B819-5197549F07DC}" presName="textRect" presStyleLbl="revTx" presStyleIdx="0" presStyleCnt="7">
        <dgm:presLayoutVars>
          <dgm:chMax val="1"/>
          <dgm:chPref val="1"/>
        </dgm:presLayoutVars>
      </dgm:prSet>
      <dgm:spPr/>
    </dgm:pt>
    <dgm:pt modelId="{7F05F609-FFF3-48A4-B6F5-F0BB3BB40F81}" type="pres">
      <dgm:prSet presAssocID="{167B461E-9C1B-42E8-9D33-D4715ED5264D}" presName="sibTrans" presStyleCnt="0"/>
      <dgm:spPr/>
    </dgm:pt>
    <dgm:pt modelId="{8E236823-0DED-422A-A939-F81A2C4A9460}" type="pres">
      <dgm:prSet presAssocID="{DB82F184-A0DD-450B-9F8B-37BB91F57D74}" presName="compNode" presStyleCnt="0"/>
      <dgm:spPr/>
    </dgm:pt>
    <dgm:pt modelId="{8359FD31-23EE-47A6-8BCC-83818117E27A}" type="pres">
      <dgm:prSet presAssocID="{DB82F184-A0DD-450B-9F8B-37BB91F57D74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tocamera"/>
        </a:ext>
      </dgm:extLst>
    </dgm:pt>
    <dgm:pt modelId="{0DE85426-0442-4793-A05A-53D0798D1C8C}" type="pres">
      <dgm:prSet presAssocID="{DB82F184-A0DD-450B-9F8B-37BB91F57D74}" presName="spaceRect" presStyleCnt="0"/>
      <dgm:spPr/>
    </dgm:pt>
    <dgm:pt modelId="{65EFC336-40A4-45F8-99DE-5D19E97401A4}" type="pres">
      <dgm:prSet presAssocID="{DB82F184-A0DD-450B-9F8B-37BB91F57D74}" presName="textRect" presStyleLbl="revTx" presStyleIdx="1" presStyleCnt="7">
        <dgm:presLayoutVars>
          <dgm:chMax val="1"/>
          <dgm:chPref val="1"/>
        </dgm:presLayoutVars>
      </dgm:prSet>
      <dgm:spPr/>
    </dgm:pt>
    <dgm:pt modelId="{6FE44540-97BB-42F6-8104-F9889E532789}" type="pres">
      <dgm:prSet presAssocID="{EBB6A854-8381-470E-82C1-0F28C9806572}" presName="sibTrans" presStyleCnt="0"/>
      <dgm:spPr/>
    </dgm:pt>
    <dgm:pt modelId="{97CE9E06-F6F1-43AD-B0D6-F718BB7B883F}" type="pres">
      <dgm:prSet presAssocID="{12D67536-B181-445D-A846-C346CFFAF5E2}" presName="compNode" presStyleCnt="0"/>
      <dgm:spPr/>
    </dgm:pt>
    <dgm:pt modelId="{CFE9B947-5FE6-4E89-A837-0CFBF6DD2980}" type="pres">
      <dgm:prSet presAssocID="{12D67536-B181-445D-A846-C346CFFAF5E2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ente"/>
        </a:ext>
      </dgm:extLst>
    </dgm:pt>
    <dgm:pt modelId="{6A27B5B9-6AD9-454F-AC71-27DB5B2E0B2B}" type="pres">
      <dgm:prSet presAssocID="{12D67536-B181-445D-A846-C346CFFAF5E2}" presName="spaceRect" presStyleCnt="0"/>
      <dgm:spPr/>
    </dgm:pt>
    <dgm:pt modelId="{9D6B9997-5B36-468E-B530-A1E04EB8EC9B}" type="pres">
      <dgm:prSet presAssocID="{12D67536-B181-445D-A846-C346CFFAF5E2}" presName="textRect" presStyleLbl="revTx" presStyleIdx="2" presStyleCnt="7">
        <dgm:presLayoutVars>
          <dgm:chMax val="1"/>
          <dgm:chPref val="1"/>
        </dgm:presLayoutVars>
      </dgm:prSet>
      <dgm:spPr/>
    </dgm:pt>
    <dgm:pt modelId="{7C182D50-DE11-49BE-9BA9-586102BE6644}" type="pres">
      <dgm:prSet presAssocID="{3E9FA5A1-2395-45AE-8006-DFC9A722BA78}" presName="sibTrans" presStyleCnt="0"/>
      <dgm:spPr/>
    </dgm:pt>
    <dgm:pt modelId="{5956AFC5-63F1-4863-85ED-DAF0A3D50FB9}" type="pres">
      <dgm:prSet presAssocID="{BEB04086-CA7B-4846-8FCB-C256422BAAE4}" presName="compNode" presStyleCnt="0"/>
      <dgm:spPr/>
    </dgm:pt>
    <dgm:pt modelId="{ABAB0AAC-0917-4061-8DF2-969A98DD4194}" type="pres">
      <dgm:prSet presAssocID="{BEB04086-CA7B-4846-8FCB-C256422BAAE4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ro a segno"/>
        </a:ext>
      </dgm:extLst>
    </dgm:pt>
    <dgm:pt modelId="{E188032F-6F7F-4EBD-9882-838A884F514C}" type="pres">
      <dgm:prSet presAssocID="{BEB04086-CA7B-4846-8FCB-C256422BAAE4}" presName="spaceRect" presStyleCnt="0"/>
      <dgm:spPr/>
    </dgm:pt>
    <dgm:pt modelId="{E12FAAB9-CE0C-4A44-9FF9-883BBCAA7C8B}" type="pres">
      <dgm:prSet presAssocID="{BEB04086-CA7B-4846-8FCB-C256422BAAE4}" presName="textRect" presStyleLbl="revTx" presStyleIdx="3" presStyleCnt="7">
        <dgm:presLayoutVars>
          <dgm:chMax val="1"/>
          <dgm:chPref val="1"/>
        </dgm:presLayoutVars>
      </dgm:prSet>
      <dgm:spPr/>
    </dgm:pt>
    <dgm:pt modelId="{D70E1260-96C1-45D2-85DB-9E7EF70CA14E}" type="pres">
      <dgm:prSet presAssocID="{6C5FFD21-EB71-4FCE-8145-41C6AFB4B88C}" presName="sibTrans" presStyleCnt="0"/>
      <dgm:spPr/>
    </dgm:pt>
    <dgm:pt modelId="{C3E39BCC-79AA-40D9-9D99-9CBAAD0178C4}" type="pres">
      <dgm:prSet presAssocID="{56D10482-F5FD-4BDF-802C-02CB60ED837F}" presName="compNode" presStyleCnt="0"/>
      <dgm:spPr/>
    </dgm:pt>
    <dgm:pt modelId="{3B88F27F-8D83-4E5C-9F91-C0C7C588D9B5}" type="pres">
      <dgm:prSet presAssocID="{56D10482-F5FD-4BDF-802C-02CB60ED837F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06FA620E-7E98-4D92-9549-EE1A8C53EA3F}" type="pres">
      <dgm:prSet presAssocID="{56D10482-F5FD-4BDF-802C-02CB60ED837F}" presName="spaceRect" presStyleCnt="0"/>
      <dgm:spPr/>
    </dgm:pt>
    <dgm:pt modelId="{270FB1F2-BA00-4E23-8A9B-6E581BC43612}" type="pres">
      <dgm:prSet presAssocID="{56D10482-F5FD-4BDF-802C-02CB60ED837F}" presName="textRect" presStyleLbl="revTx" presStyleIdx="4" presStyleCnt="7">
        <dgm:presLayoutVars>
          <dgm:chMax val="1"/>
          <dgm:chPref val="1"/>
        </dgm:presLayoutVars>
      </dgm:prSet>
      <dgm:spPr/>
    </dgm:pt>
    <dgm:pt modelId="{F02B252C-1098-432C-8238-B73863934EBD}" type="pres">
      <dgm:prSet presAssocID="{65B3070E-1317-4699-99A0-710387582781}" presName="sibTrans" presStyleCnt="0"/>
      <dgm:spPr/>
    </dgm:pt>
    <dgm:pt modelId="{8B349E38-067B-4462-994F-9D98B1D42C91}" type="pres">
      <dgm:prSet presAssocID="{636DAC82-7A34-4B7F-BEB9-92D1788D9717}" presName="compNode" presStyleCnt="0"/>
      <dgm:spPr/>
    </dgm:pt>
    <dgm:pt modelId="{3238781A-F576-4CD7-B194-67AD1DA2652A}" type="pres">
      <dgm:prSet presAssocID="{636DAC82-7A34-4B7F-BEB9-92D1788D9717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67828F62-DA17-4D3A-A00E-20D3180A616D}" type="pres">
      <dgm:prSet presAssocID="{636DAC82-7A34-4B7F-BEB9-92D1788D9717}" presName="spaceRect" presStyleCnt="0"/>
      <dgm:spPr/>
    </dgm:pt>
    <dgm:pt modelId="{C95530C5-7402-4A2D-921B-CBB3417844C1}" type="pres">
      <dgm:prSet presAssocID="{636DAC82-7A34-4B7F-BEB9-92D1788D9717}" presName="textRect" presStyleLbl="revTx" presStyleIdx="5" presStyleCnt="7">
        <dgm:presLayoutVars>
          <dgm:chMax val="1"/>
          <dgm:chPref val="1"/>
        </dgm:presLayoutVars>
      </dgm:prSet>
      <dgm:spPr/>
    </dgm:pt>
    <dgm:pt modelId="{18D44690-94D8-44D2-93F9-EEA53DF299FE}" type="pres">
      <dgm:prSet presAssocID="{B973B652-AF70-4D37-B409-9A764C2A7475}" presName="sibTrans" presStyleCnt="0"/>
      <dgm:spPr/>
    </dgm:pt>
    <dgm:pt modelId="{45FDAB0B-157F-455C-946F-38AC9BF8B82B}" type="pres">
      <dgm:prSet presAssocID="{D7882BD8-1F3F-41ED-8517-C5491DEFC481}" presName="compNode" presStyleCnt="0"/>
      <dgm:spPr/>
    </dgm:pt>
    <dgm:pt modelId="{E788BEE3-4DB3-4C88-9AD0-FCDD6670BF4F}" type="pres">
      <dgm:prSet presAssocID="{D7882BD8-1F3F-41ED-8517-C5491DEFC481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nco di controllo"/>
        </a:ext>
      </dgm:extLst>
    </dgm:pt>
    <dgm:pt modelId="{79B6F321-7300-4C50-B141-EF05A141CD95}" type="pres">
      <dgm:prSet presAssocID="{D7882BD8-1F3F-41ED-8517-C5491DEFC481}" presName="spaceRect" presStyleCnt="0"/>
      <dgm:spPr/>
    </dgm:pt>
    <dgm:pt modelId="{59D1FA4A-9397-4293-8EBB-CD45F5543D21}" type="pres">
      <dgm:prSet presAssocID="{D7882BD8-1F3F-41ED-8517-C5491DEFC481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37183709-792C-48A2-A8CF-F100EF3EF37E}" srcId="{60113A8F-72ED-451D-9E9E-03F55E8C4007}" destId="{DB82F184-A0DD-450B-9F8B-37BB91F57D74}" srcOrd="1" destOrd="0" parTransId="{3D89803C-7E53-4954-B4AC-1EC405240476}" sibTransId="{EBB6A854-8381-470E-82C1-0F28C9806572}"/>
    <dgm:cxn modelId="{F52D601D-9AE9-4628-914F-32E5C14C01DC}" type="presOf" srcId="{636DAC82-7A34-4B7F-BEB9-92D1788D9717}" destId="{C95530C5-7402-4A2D-921B-CBB3417844C1}" srcOrd="0" destOrd="0" presId="urn:microsoft.com/office/officeart/2018/2/layout/IconLabelList"/>
    <dgm:cxn modelId="{C834FC5B-C7F7-4257-A06A-E0E4A3FD447F}" srcId="{60113A8F-72ED-451D-9E9E-03F55E8C4007}" destId="{11A88ABE-F53E-4913-B819-5197549F07DC}" srcOrd="0" destOrd="0" parTransId="{29D5CB04-BCFC-473E-ACB0-BB1928E8D1B3}" sibTransId="{167B461E-9C1B-42E8-9D33-D4715ED5264D}"/>
    <dgm:cxn modelId="{A2B9EE61-C85D-4FB2-AE60-C34F0883CB39}" type="presOf" srcId="{D7882BD8-1F3F-41ED-8517-C5491DEFC481}" destId="{59D1FA4A-9397-4293-8EBB-CD45F5543D21}" srcOrd="0" destOrd="0" presId="urn:microsoft.com/office/officeart/2018/2/layout/IconLabelList"/>
    <dgm:cxn modelId="{AB9C6662-632B-46C7-9A15-405DCC312C59}" type="presOf" srcId="{DB82F184-A0DD-450B-9F8B-37BB91F57D74}" destId="{65EFC336-40A4-45F8-99DE-5D19E97401A4}" srcOrd="0" destOrd="0" presId="urn:microsoft.com/office/officeart/2018/2/layout/IconLabelList"/>
    <dgm:cxn modelId="{69190678-8808-43E2-90FC-A58372F0E66F}" srcId="{60113A8F-72ED-451D-9E9E-03F55E8C4007}" destId="{636DAC82-7A34-4B7F-BEB9-92D1788D9717}" srcOrd="5" destOrd="0" parTransId="{8EC3F7F1-9B2E-427C-8801-99E03BE12430}" sibTransId="{B973B652-AF70-4D37-B409-9A764C2A7475}"/>
    <dgm:cxn modelId="{0AB7F88E-97EF-4C28-A1DF-296514CBB226}" type="presOf" srcId="{11A88ABE-F53E-4913-B819-5197549F07DC}" destId="{79A4E1A1-C3DB-4B3B-B199-C2E48F3255C0}" srcOrd="0" destOrd="0" presId="urn:microsoft.com/office/officeart/2018/2/layout/IconLabelList"/>
    <dgm:cxn modelId="{06199094-8E15-412D-9612-B73D7DA61304}" type="presOf" srcId="{12D67536-B181-445D-A846-C346CFFAF5E2}" destId="{9D6B9997-5B36-468E-B530-A1E04EB8EC9B}" srcOrd="0" destOrd="0" presId="urn:microsoft.com/office/officeart/2018/2/layout/IconLabelList"/>
    <dgm:cxn modelId="{0DDD2C95-CAE1-46AF-9297-70EF946A2F24}" srcId="{60113A8F-72ED-451D-9E9E-03F55E8C4007}" destId="{BEB04086-CA7B-4846-8FCB-C256422BAAE4}" srcOrd="3" destOrd="0" parTransId="{E24D0D91-2D58-42B9-9ACD-94872D9238AE}" sibTransId="{6C5FFD21-EB71-4FCE-8145-41C6AFB4B88C}"/>
    <dgm:cxn modelId="{E962D59B-D175-4C59-95C9-78707EF70846}" srcId="{60113A8F-72ED-451D-9E9E-03F55E8C4007}" destId="{D7882BD8-1F3F-41ED-8517-C5491DEFC481}" srcOrd="6" destOrd="0" parTransId="{A44FF47C-78AD-4FDF-A5FB-3C117A734CE0}" sibTransId="{DCD5A6CB-074C-46AB-B91B-6D3B36930CFA}"/>
    <dgm:cxn modelId="{F9EF9BD7-DD39-4059-A8C3-E909D5C63540}" type="presOf" srcId="{56D10482-F5FD-4BDF-802C-02CB60ED837F}" destId="{270FB1F2-BA00-4E23-8A9B-6E581BC43612}" srcOrd="0" destOrd="0" presId="urn:microsoft.com/office/officeart/2018/2/layout/IconLabelList"/>
    <dgm:cxn modelId="{7A8E85E0-0D5E-46CA-B625-2699544AC10D}" srcId="{60113A8F-72ED-451D-9E9E-03F55E8C4007}" destId="{12D67536-B181-445D-A846-C346CFFAF5E2}" srcOrd="2" destOrd="0" parTransId="{AC31446D-D761-4DA6-8D48-F7F4F5E18029}" sibTransId="{3E9FA5A1-2395-45AE-8006-DFC9A722BA78}"/>
    <dgm:cxn modelId="{B867D7E1-3D21-44AC-9721-16E382107AC2}" type="presOf" srcId="{60113A8F-72ED-451D-9E9E-03F55E8C4007}" destId="{365BBDB5-9FE2-4F1B-91F9-8CDB9F5185CC}" srcOrd="0" destOrd="0" presId="urn:microsoft.com/office/officeart/2018/2/layout/IconLabelList"/>
    <dgm:cxn modelId="{E4DD19E5-1D37-4F45-8501-064A62AED4F5}" type="presOf" srcId="{BEB04086-CA7B-4846-8FCB-C256422BAAE4}" destId="{E12FAAB9-CE0C-4A44-9FF9-883BBCAA7C8B}" srcOrd="0" destOrd="0" presId="urn:microsoft.com/office/officeart/2018/2/layout/IconLabelList"/>
    <dgm:cxn modelId="{B3D993F0-85EA-4FC0-829F-C309C53750F7}" srcId="{60113A8F-72ED-451D-9E9E-03F55E8C4007}" destId="{56D10482-F5FD-4BDF-802C-02CB60ED837F}" srcOrd="4" destOrd="0" parTransId="{11F3EFF6-180E-4C58-B108-AD7C764F6FF5}" sibTransId="{65B3070E-1317-4699-99A0-710387582781}"/>
    <dgm:cxn modelId="{12685459-6C34-47D1-BADA-49053D4A75A2}" type="presParOf" srcId="{365BBDB5-9FE2-4F1B-91F9-8CDB9F5185CC}" destId="{228170E3-8A2E-4037-9DBA-7000FBD7117B}" srcOrd="0" destOrd="0" presId="urn:microsoft.com/office/officeart/2018/2/layout/IconLabelList"/>
    <dgm:cxn modelId="{2A8452E6-A034-412C-A2EF-E1C3B6C3E877}" type="presParOf" srcId="{228170E3-8A2E-4037-9DBA-7000FBD7117B}" destId="{E33FDBCF-B6F9-46AA-A3E4-13F4203D6F46}" srcOrd="0" destOrd="0" presId="urn:microsoft.com/office/officeart/2018/2/layout/IconLabelList"/>
    <dgm:cxn modelId="{9E6CC419-55A3-423F-97EF-637903EA5B19}" type="presParOf" srcId="{228170E3-8A2E-4037-9DBA-7000FBD7117B}" destId="{08A3E710-4459-4CE6-A699-5B6169B9FC57}" srcOrd="1" destOrd="0" presId="urn:microsoft.com/office/officeart/2018/2/layout/IconLabelList"/>
    <dgm:cxn modelId="{5E82168A-C384-4D35-B267-83BEDB075853}" type="presParOf" srcId="{228170E3-8A2E-4037-9DBA-7000FBD7117B}" destId="{79A4E1A1-C3DB-4B3B-B199-C2E48F3255C0}" srcOrd="2" destOrd="0" presId="urn:microsoft.com/office/officeart/2018/2/layout/IconLabelList"/>
    <dgm:cxn modelId="{02ABA0E2-C6EA-40D2-A57F-708F7C52E294}" type="presParOf" srcId="{365BBDB5-9FE2-4F1B-91F9-8CDB9F5185CC}" destId="{7F05F609-FFF3-48A4-B6F5-F0BB3BB40F81}" srcOrd="1" destOrd="0" presId="urn:microsoft.com/office/officeart/2018/2/layout/IconLabelList"/>
    <dgm:cxn modelId="{312FB186-E571-4E1E-B6BA-3E88105FD863}" type="presParOf" srcId="{365BBDB5-9FE2-4F1B-91F9-8CDB9F5185CC}" destId="{8E236823-0DED-422A-A939-F81A2C4A9460}" srcOrd="2" destOrd="0" presId="urn:microsoft.com/office/officeart/2018/2/layout/IconLabelList"/>
    <dgm:cxn modelId="{DC18EE54-7AAC-468B-AC04-3B5BFEFEEC59}" type="presParOf" srcId="{8E236823-0DED-422A-A939-F81A2C4A9460}" destId="{8359FD31-23EE-47A6-8BCC-83818117E27A}" srcOrd="0" destOrd="0" presId="urn:microsoft.com/office/officeart/2018/2/layout/IconLabelList"/>
    <dgm:cxn modelId="{60B45C2F-769B-4514-BB76-354E7F9F6005}" type="presParOf" srcId="{8E236823-0DED-422A-A939-F81A2C4A9460}" destId="{0DE85426-0442-4793-A05A-53D0798D1C8C}" srcOrd="1" destOrd="0" presId="urn:microsoft.com/office/officeart/2018/2/layout/IconLabelList"/>
    <dgm:cxn modelId="{C4467D18-87D9-4C27-B067-B2FB31D70C0F}" type="presParOf" srcId="{8E236823-0DED-422A-A939-F81A2C4A9460}" destId="{65EFC336-40A4-45F8-99DE-5D19E97401A4}" srcOrd="2" destOrd="0" presId="urn:microsoft.com/office/officeart/2018/2/layout/IconLabelList"/>
    <dgm:cxn modelId="{8301446F-2701-4829-B8C2-5B46AD4F35AE}" type="presParOf" srcId="{365BBDB5-9FE2-4F1B-91F9-8CDB9F5185CC}" destId="{6FE44540-97BB-42F6-8104-F9889E532789}" srcOrd="3" destOrd="0" presId="urn:microsoft.com/office/officeart/2018/2/layout/IconLabelList"/>
    <dgm:cxn modelId="{D034CD17-93C5-4B95-8C08-0BE9A48B8267}" type="presParOf" srcId="{365BBDB5-9FE2-4F1B-91F9-8CDB9F5185CC}" destId="{97CE9E06-F6F1-43AD-B0D6-F718BB7B883F}" srcOrd="4" destOrd="0" presId="urn:microsoft.com/office/officeart/2018/2/layout/IconLabelList"/>
    <dgm:cxn modelId="{5EF02442-A762-4D17-A73C-A8AF5246F56B}" type="presParOf" srcId="{97CE9E06-F6F1-43AD-B0D6-F718BB7B883F}" destId="{CFE9B947-5FE6-4E89-A837-0CFBF6DD2980}" srcOrd="0" destOrd="0" presId="urn:microsoft.com/office/officeart/2018/2/layout/IconLabelList"/>
    <dgm:cxn modelId="{A4428356-6699-4F92-AAC6-2C9E32A42D01}" type="presParOf" srcId="{97CE9E06-F6F1-43AD-B0D6-F718BB7B883F}" destId="{6A27B5B9-6AD9-454F-AC71-27DB5B2E0B2B}" srcOrd="1" destOrd="0" presId="urn:microsoft.com/office/officeart/2018/2/layout/IconLabelList"/>
    <dgm:cxn modelId="{BCC10716-FF85-419F-A38D-7743E732C968}" type="presParOf" srcId="{97CE9E06-F6F1-43AD-B0D6-F718BB7B883F}" destId="{9D6B9997-5B36-468E-B530-A1E04EB8EC9B}" srcOrd="2" destOrd="0" presId="urn:microsoft.com/office/officeart/2018/2/layout/IconLabelList"/>
    <dgm:cxn modelId="{417D75B5-2CA6-492C-8618-9BD926672F33}" type="presParOf" srcId="{365BBDB5-9FE2-4F1B-91F9-8CDB9F5185CC}" destId="{7C182D50-DE11-49BE-9BA9-586102BE6644}" srcOrd="5" destOrd="0" presId="urn:microsoft.com/office/officeart/2018/2/layout/IconLabelList"/>
    <dgm:cxn modelId="{9510FFAB-3477-45CD-8BAD-CC10364624B6}" type="presParOf" srcId="{365BBDB5-9FE2-4F1B-91F9-8CDB9F5185CC}" destId="{5956AFC5-63F1-4863-85ED-DAF0A3D50FB9}" srcOrd="6" destOrd="0" presId="urn:microsoft.com/office/officeart/2018/2/layout/IconLabelList"/>
    <dgm:cxn modelId="{0ACB7491-C248-487C-BA65-00680162F145}" type="presParOf" srcId="{5956AFC5-63F1-4863-85ED-DAF0A3D50FB9}" destId="{ABAB0AAC-0917-4061-8DF2-969A98DD4194}" srcOrd="0" destOrd="0" presId="urn:microsoft.com/office/officeart/2018/2/layout/IconLabelList"/>
    <dgm:cxn modelId="{0C1640A7-6FAE-44E2-9DD4-0A46BDB8976F}" type="presParOf" srcId="{5956AFC5-63F1-4863-85ED-DAF0A3D50FB9}" destId="{E188032F-6F7F-4EBD-9882-838A884F514C}" srcOrd="1" destOrd="0" presId="urn:microsoft.com/office/officeart/2018/2/layout/IconLabelList"/>
    <dgm:cxn modelId="{BE3CBC53-C00F-408E-AA15-86F428F78337}" type="presParOf" srcId="{5956AFC5-63F1-4863-85ED-DAF0A3D50FB9}" destId="{E12FAAB9-CE0C-4A44-9FF9-883BBCAA7C8B}" srcOrd="2" destOrd="0" presId="urn:microsoft.com/office/officeart/2018/2/layout/IconLabelList"/>
    <dgm:cxn modelId="{9750594D-8B8B-4A7F-8D3B-B3769800506B}" type="presParOf" srcId="{365BBDB5-9FE2-4F1B-91F9-8CDB9F5185CC}" destId="{D70E1260-96C1-45D2-85DB-9E7EF70CA14E}" srcOrd="7" destOrd="0" presId="urn:microsoft.com/office/officeart/2018/2/layout/IconLabelList"/>
    <dgm:cxn modelId="{8EDFEBEA-6B9B-470F-84B9-C427F47C98DE}" type="presParOf" srcId="{365BBDB5-9FE2-4F1B-91F9-8CDB9F5185CC}" destId="{C3E39BCC-79AA-40D9-9D99-9CBAAD0178C4}" srcOrd="8" destOrd="0" presId="urn:microsoft.com/office/officeart/2018/2/layout/IconLabelList"/>
    <dgm:cxn modelId="{8CA4E999-3672-446E-9DEB-68AB38BEB210}" type="presParOf" srcId="{C3E39BCC-79AA-40D9-9D99-9CBAAD0178C4}" destId="{3B88F27F-8D83-4E5C-9F91-C0C7C588D9B5}" srcOrd="0" destOrd="0" presId="urn:microsoft.com/office/officeart/2018/2/layout/IconLabelList"/>
    <dgm:cxn modelId="{971B2CEC-F586-4C73-890C-FCF55546CE54}" type="presParOf" srcId="{C3E39BCC-79AA-40D9-9D99-9CBAAD0178C4}" destId="{06FA620E-7E98-4D92-9549-EE1A8C53EA3F}" srcOrd="1" destOrd="0" presId="urn:microsoft.com/office/officeart/2018/2/layout/IconLabelList"/>
    <dgm:cxn modelId="{06330B71-CF73-4FEE-95C7-95FB3FFD1B1D}" type="presParOf" srcId="{C3E39BCC-79AA-40D9-9D99-9CBAAD0178C4}" destId="{270FB1F2-BA00-4E23-8A9B-6E581BC43612}" srcOrd="2" destOrd="0" presId="urn:microsoft.com/office/officeart/2018/2/layout/IconLabelList"/>
    <dgm:cxn modelId="{E9E09BC4-224E-44DD-952B-2F8E1B3FAC5B}" type="presParOf" srcId="{365BBDB5-9FE2-4F1B-91F9-8CDB9F5185CC}" destId="{F02B252C-1098-432C-8238-B73863934EBD}" srcOrd="9" destOrd="0" presId="urn:microsoft.com/office/officeart/2018/2/layout/IconLabelList"/>
    <dgm:cxn modelId="{F19E91A2-FA3E-41C4-AC50-A40C0A74E6AC}" type="presParOf" srcId="{365BBDB5-9FE2-4F1B-91F9-8CDB9F5185CC}" destId="{8B349E38-067B-4462-994F-9D98B1D42C91}" srcOrd="10" destOrd="0" presId="urn:microsoft.com/office/officeart/2018/2/layout/IconLabelList"/>
    <dgm:cxn modelId="{031C4813-BCC8-42C4-B347-DB940B9A3544}" type="presParOf" srcId="{8B349E38-067B-4462-994F-9D98B1D42C91}" destId="{3238781A-F576-4CD7-B194-67AD1DA2652A}" srcOrd="0" destOrd="0" presId="urn:microsoft.com/office/officeart/2018/2/layout/IconLabelList"/>
    <dgm:cxn modelId="{534186BD-ED8C-4E49-B188-02542ECC4752}" type="presParOf" srcId="{8B349E38-067B-4462-994F-9D98B1D42C91}" destId="{67828F62-DA17-4D3A-A00E-20D3180A616D}" srcOrd="1" destOrd="0" presId="urn:microsoft.com/office/officeart/2018/2/layout/IconLabelList"/>
    <dgm:cxn modelId="{6A348866-9F70-4450-A193-863639752B1F}" type="presParOf" srcId="{8B349E38-067B-4462-994F-9D98B1D42C91}" destId="{C95530C5-7402-4A2D-921B-CBB3417844C1}" srcOrd="2" destOrd="0" presId="urn:microsoft.com/office/officeart/2018/2/layout/IconLabelList"/>
    <dgm:cxn modelId="{B7A4E355-6DF8-46C2-9764-369D8CEC0A9A}" type="presParOf" srcId="{365BBDB5-9FE2-4F1B-91F9-8CDB9F5185CC}" destId="{18D44690-94D8-44D2-93F9-EEA53DF299FE}" srcOrd="11" destOrd="0" presId="urn:microsoft.com/office/officeart/2018/2/layout/IconLabelList"/>
    <dgm:cxn modelId="{E5DC1207-6F1D-4B54-BE42-4AAF679D24DB}" type="presParOf" srcId="{365BBDB5-9FE2-4F1B-91F9-8CDB9F5185CC}" destId="{45FDAB0B-157F-455C-946F-38AC9BF8B82B}" srcOrd="12" destOrd="0" presId="urn:microsoft.com/office/officeart/2018/2/layout/IconLabelList"/>
    <dgm:cxn modelId="{68C77961-5EEF-411B-AE9D-342A0A7990C7}" type="presParOf" srcId="{45FDAB0B-157F-455C-946F-38AC9BF8B82B}" destId="{E788BEE3-4DB3-4C88-9AD0-FCDD6670BF4F}" srcOrd="0" destOrd="0" presId="urn:microsoft.com/office/officeart/2018/2/layout/IconLabelList"/>
    <dgm:cxn modelId="{18FCE639-F267-4E42-8AFC-2E987842131A}" type="presParOf" srcId="{45FDAB0B-157F-455C-946F-38AC9BF8B82B}" destId="{79B6F321-7300-4C50-B141-EF05A141CD95}" srcOrd="1" destOrd="0" presId="urn:microsoft.com/office/officeart/2018/2/layout/IconLabelList"/>
    <dgm:cxn modelId="{A9E3D2A7-2C6C-452D-86A8-4D05C6C0F9CD}" type="presParOf" srcId="{45FDAB0B-157F-455C-946F-38AC9BF8B82B}" destId="{59D1FA4A-9397-4293-8EBB-CD45F5543D2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C472DD-9FB8-43DD-B99D-DA4CD0D7421C}" type="doc">
      <dgm:prSet loTypeId="urn:microsoft.com/office/officeart/2005/8/layout/chevron1" loCatId="process" qsTypeId="urn:microsoft.com/office/officeart/2005/8/quickstyle/simple1" qsCatId="simple" csTypeId="urn:microsoft.com/office/officeart/2005/8/colors/accent0_3" csCatId="mainScheme" phldr="1"/>
      <dgm:spPr/>
    </dgm:pt>
    <dgm:pt modelId="{21F5E0CE-E8CD-4C40-ACE9-442B9387F259}">
      <dgm:prSet phldrT="[Testo]" phldr="0"/>
      <dgm:spPr/>
      <dgm:t>
        <a:bodyPr/>
        <a:lstStyle/>
        <a:p>
          <a:pPr rtl="0"/>
          <a:endParaRPr lang="it-IT"/>
        </a:p>
      </dgm:t>
    </dgm:pt>
    <dgm:pt modelId="{74CAB7DD-6239-4E03-95F3-63FD3CBBD32D}" type="parTrans" cxnId="{BBC697C3-B4AB-4A43-B3F5-C6A972B569BD}">
      <dgm:prSet/>
      <dgm:spPr/>
    </dgm:pt>
    <dgm:pt modelId="{5EC96CBF-406B-450F-AE97-E97418E9E746}" type="sibTrans" cxnId="{BBC697C3-B4AB-4A43-B3F5-C6A972B569BD}">
      <dgm:prSet/>
      <dgm:spPr/>
    </dgm:pt>
    <dgm:pt modelId="{DA06CAAC-7D38-4073-8A03-FFDF74960298}">
      <dgm:prSet phldrT="[Testo]" phldr="0"/>
      <dgm:spPr/>
      <dgm:t>
        <a:bodyPr/>
        <a:lstStyle/>
        <a:p>
          <a:pPr rtl="0"/>
          <a:endParaRPr lang="it-IT"/>
        </a:p>
      </dgm:t>
    </dgm:pt>
    <dgm:pt modelId="{29D6BA5F-C368-4E9C-950A-CB294B07FD91}" type="parTrans" cxnId="{5A3A311B-8063-4320-94EE-5419D6E5A0F9}">
      <dgm:prSet/>
      <dgm:spPr/>
    </dgm:pt>
    <dgm:pt modelId="{BEA3A220-4994-4E64-8E30-E05CCA777293}" type="sibTrans" cxnId="{5A3A311B-8063-4320-94EE-5419D6E5A0F9}">
      <dgm:prSet/>
      <dgm:spPr/>
    </dgm:pt>
    <dgm:pt modelId="{F6BB4D27-9DD8-469C-821B-644B5D11AC1B}">
      <dgm:prSet phldrT="[Testo]" phldr="0"/>
      <dgm:spPr/>
      <dgm:t>
        <a:bodyPr/>
        <a:lstStyle/>
        <a:p>
          <a:pPr rtl="0"/>
          <a:r>
            <a:rPr lang="it-IT">
              <a:latin typeface="Aptos Display" panose="02110004020202020204"/>
            </a:rPr>
            <a:t> </a:t>
          </a:r>
          <a:endParaRPr lang="it-IT"/>
        </a:p>
      </dgm:t>
    </dgm:pt>
    <dgm:pt modelId="{7F024FE8-E991-496C-9E3A-4BFD47C57EE3}" type="parTrans" cxnId="{8CDA5687-0447-4836-BB2E-FFA93187FBB7}">
      <dgm:prSet/>
      <dgm:spPr/>
    </dgm:pt>
    <dgm:pt modelId="{FEE14FC5-3325-4F36-905D-279211F83B42}" type="sibTrans" cxnId="{8CDA5687-0447-4836-BB2E-FFA93187FBB7}">
      <dgm:prSet/>
      <dgm:spPr/>
    </dgm:pt>
    <dgm:pt modelId="{9DB3D188-9020-4B90-92F8-FDCC2C0A3DD0}">
      <dgm:prSet phldr="0"/>
      <dgm:spPr/>
      <dgm:t>
        <a:bodyPr/>
        <a:lstStyle/>
        <a:p>
          <a:endParaRPr lang="it-IT">
            <a:latin typeface="Aptos Display" panose="02110004020202020204"/>
          </a:endParaRPr>
        </a:p>
      </dgm:t>
    </dgm:pt>
    <dgm:pt modelId="{A36A2026-3D13-441B-96AC-9C8093046815}" type="parTrans" cxnId="{371E3EAA-0516-4C54-B999-3F911D56593A}">
      <dgm:prSet/>
      <dgm:spPr/>
    </dgm:pt>
    <dgm:pt modelId="{0566CD23-E947-4604-B613-C253AE5505D6}" type="sibTrans" cxnId="{371E3EAA-0516-4C54-B999-3F911D56593A}">
      <dgm:prSet/>
      <dgm:spPr/>
    </dgm:pt>
    <dgm:pt modelId="{9B27C46B-2810-4D39-B3DB-C46118FE19B5}">
      <dgm:prSet phldr="0"/>
      <dgm:spPr/>
      <dgm:t>
        <a:bodyPr/>
        <a:lstStyle/>
        <a:p>
          <a:endParaRPr lang="it-IT">
            <a:latin typeface="Aptos Display" panose="02110004020202020204"/>
          </a:endParaRPr>
        </a:p>
      </dgm:t>
    </dgm:pt>
    <dgm:pt modelId="{8447E760-1B04-4801-8DC0-83BDE51BAB0D}" type="parTrans" cxnId="{BD363062-D992-413C-8E2C-28D26B3F6B99}">
      <dgm:prSet/>
      <dgm:spPr/>
    </dgm:pt>
    <dgm:pt modelId="{9FDFAC56-72F5-4AAF-AE24-3CFF2E5000D8}" type="sibTrans" cxnId="{BD363062-D992-413C-8E2C-28D26B3F6B99}">
      <dgm:prSet/>
      <dgm:spPr/>
    </dgm:pt>
    <dgm:pt modelId="{D9DD3DF1-74A9-4892-8C45-FCA0E621F361}">
      <dgm:prSet phldr="0"/>
      <dgm:spPr/>
      <dgm:t>
        <a:bodyPr/>
        <a:lstStyle/>
        <a:p>
          <a:endParaRPr lang="it-IT">
            <a:latin typeface="Aptos Display" panose="02110004020202020204"/>
          </a:endParaRPr>
        </a:p>
      </dgm:t>
    </dgm:pt>
    <dgm:pt modelId="{0DB6C401-4FCE-40D1-BF3B-5777F0F54B77}" type="parTrans" cxnId="{0D6C13E0-6FE8-48DC-92C5-1173A692DCB0}">
      <dgm:prSet/>
      <dgm:spPr/>
    </dgm:pt>
    <dgm:pt modelId="{E2F202DA-433C-468C-A76D-75DD20E0B16B}" type="sibTrans" cxnId="{0D6C13E0-6FE8-48DC-92C5-1173A692DCB0}">
      <dgm:prSet/>
      <dgm:spPr/>
    </dgm:pt>
    <dgm:pt modelId="{3104236B-CD4E-4BEA-9640-A66D5F1A24D9}">
      <dgm:prSet phldr="0"/>
      <dgm:spPr/>
      <dgm:t>
        <a:bodyPr/>
        <a:lstStyle/>
        <a:p>
          <a:endParaRPr lang="it-IT">
            <a:latin typeface="Aptos Display" panose="02110004020202020204"/>
          </a:endParaRPr>
        </a:p>
      </dgm:t>
    </dgm:pt>
    <dgm:pt modelId="{55AFD0B9-54EE-4990-BD95-9D6265E47379}" type="parTrans" cxnId="{008DB818-9846-478A-A011-D7FAF92A976B}">
      <dgm:prSet/>
      <dgm:spPr/>
    </dgm:pt>
    <dgm:pt modelId="{65268325-B1EF-48DE-A678-2FE751BEDB1C}" type="sibTrans" cxnId="{008DB818-9846-478A-A011-D7FAF92A976B}">
      <dgm:prSet/>
      <dgm:spPr/>
    </dgm:pt>
    <dgm:pt modelId="{075E4FCA-C077-4886-9705-871EC7D6D39D}">
      <dgm:prSet phldr="0"/>
      <dgm:spPr/>
      <dgm:t>
        <a:bodyPr/>
        <a:lstStyle/>
        <a:p>
          <a:pPr rtl="0"/>
          <a:endParaRPr lang="it-IT">
            <a:latin typeface="Aptos Display" panose="02110004020202020204"/>
          </a:endParaRPr>
        </a:p>
      </dgm:t>
    </dgm:pt>
    <dgm:pt modelId="{E1C8B413-D39A-4CCA-83E0-BDD75F393A8E}" type="parTrans" cxnId="{CA9C467C-A53C-4451-8FAE-CF2726433872}">
      <dgm:prSet/>
      <dgm:spPr/>
    </dgm:pt>
    <dgm:pt modelId="{FF02E64F-2A47-4337-87AC-578988B11D12}" type="sibTrans" cxnId="{CA9C467C-A53C-4451-8FAE-CF2726433872}">
      <dgm:prSet/>
      <dgm:spPr/>
    </dgm:pt>
    <dgm:pt modelId="{0F5298A7-0163-43CE-AB35-73EAF0D18E88}" type="pres">
      <dgm:prSet presAssocID="{72C472DD-9FB8-43DD-B99D-DA4CD0D7421C}" presName="Name0" presStyleCnt="0">
        <dgm:presLayoutVars>
          <dgm:dir/>
          <dgm:animLvl val="lvl"/>
          <dgm:resizeHandles val="exact"/>
        </dgm:presLayoutVars>
      </dgm:prSet>
      <dgm:spPr/>
    </dgm:pt>
    <dgm:pt modelId="{AB795F26-D105-4BA0-8E39-D40B2D1E486A}" type="pres">
      <dgm:prSet presAssocID="{21F5E0CE-E8CD-4C40-ACE9-442B9387F259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92A465D6-011D-47A8-8467-9525988E8636}" type="pres">
      <dgm:prSet presAssocID="{5EC96CBF-406B-450F-AE97-E97418E9E746}" presName="parTxOnlySpace" presStyleCnt="0"/>
      <dgm:spPr/>
    </dgm:pt>
    <dgm:pt modelId="{D11477C4-FE8B-456A-A4B2-56A16E66F75C}" type="pres">
      <dgm:prSet presAssocID="{DA06CAAC-7D38-4073-8A03-FFDF74960298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3BA788ED-61B1-4F4F-8987-7EBF33DDF8DD}" type="pres">
      <dgm:prSet presAssocID="{BEA3A220-4994-4E64-8E30-E05CCA777293}" presName="parTxOnlySpace" presStyleCnt="0"/>
      <dgm:spPr/>
    </dgm:pt>
    <dgm:pt modelId="{3965C207-2DEC-4945-9007-3775A1828116}" type="pres">
      <dgm:prSet presAssocID="{F6BB4D27-9DD8-469C-821B-644B5D11AC1B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B4779E77-4CF5-4C1B-8501-52F56B76CA04}" type="pres">
      <dgm:prSet presAssocID="{FEE14FC5-3325-4F36-905D-279211F83B42}" presName="parTxOnlySpace" presStyleCnt="0"/>
      <dgm:spPr/>
    </dgm:pt>
    <dgm:pt modelId="{5E50135D-1C70-4C96-8B61-0A0DAC740D98}" type="pres">
      <dgm:prSet presAssocID="{9DB3D188-9020-4B90-92F8-FDCC2C0A3DD0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49063B26-76CF-4790-A741-00C5179E4311}" type="pres">
      <dgm:prSet presAssocID="{0566CD23-E947-4604-B613-C253AE5505D6}" presName="parTxOnlySpace" presStyleCnt="0"/>
      <dgm:spPr/>
    </dgm:pt>
    <dgm:pt modelId="{032D4351-ED52-4B51-9E8D-24F967F723F4}" type="pres">
      <dgm:prSet presAssocID="{9B27C46B-2810-4D39-B3DB-C46118FE19B5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2FB023E8-6D48-4E7A-BAEE-D6EBEF2DA9DE}" type="pres">
      <dgm:prSet presAssocID="{9FDFAC56-72F5-4AAF-AE24-3CFF2E5000D8}" presName="parTxOnlySpace" presStyleCnt="0"/>
      <dgm:spPr/>
    </dgm:pt>
    <dgm:pt modelId="{E97C5053-1DC7-42E2-B91A-350A839AC74E}" type="pres">
      <dgm:prSet presAssocID="{D9DD3DF1-74A9-4892-8C45-FCA0E621F361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0835F9FA-46D2-494C-B347-4ADD2E1F0C77}" type="pres">
      <dgm:prSet presAssocID="{E2F202DA-433C-468C-A76D-75DD20E0B16B}" presName="parTxOnlySpace" presStyleCnt="0"/>
      <dgm:spPr/>
    </dgm:pt>
    <dgm:pt modelId="{F2D68CA6-1874-49FB-B584-A4CF53B7900B}" type="pres">
      <dgm:prSet presAssocID="{3104236B-CD4E-4BEA-9640-A66D5F1A24D9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DD956A57-5C23-4795-AAD8-8FDC4B69E056}" type="pres">
      <dgm:prSet presAssocID="{65268325-B1EF-48DE-A678-2FE751BEDB1C}" presName="parTxOnlySpace" presStyleCnt="0"/>
      <dgm:spPr/>
    </dgm:pt>
    <dgm:pt modelId="{5E39D867-E666-42ED-9F6E-9045B4BDA254}" type="pres">
      <dgm:prSet presAssocID="{075E4FCA-C077-4886-9705-871EC7D6D39D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D5216808-78A8-42C7-A239-0159ED79F209}" type="presOf" srcId="{3104236B-CD4E-4BEA-9640-A66D5F1A24D9}" destId="{F2D68CA6-1874-49FB-B584-A4CF53B7900B}" srcOrd="0" destOrd="0" presId="urn:microsoft.com/office/officeart/2005/8/layout/chevron1"/>
    <dgm:cxn modelId="{008DB818-9846-478A-A011-D7FAF92A976B}" srcId="{72C472DD-9FB8-43DD-B99D-DA4CD0D7421C}" destId="{3104236B-CD4E-4BEA-9640-A66D5F1A24D9}" srcOrd="6" destOrd="0" parTransId="{55AFD0B9-54EE-4990-BD95-9D6265E47379}" sibTransId="{65268325-B1EF-48DE-A678-2FE751BEDB1C}"/>
    <dgm:cxn modelId="{5A3A311B-8063-4320-94EE-5419D6E5A0F9}" srcId="{72C472DD-9FB8-43DD-B99D-DA4CD0D7421C}" destId="{DA06CAAC-7D38-4073-8A03-FFDF74960298}" srcOrd="1" destOrd="0" parTransId="{29D6BA5F-C368-4E9C-950A-CB294B07FD91}" sibTransId="{BEA3A220-4994-4E64-8E30-E05CCA777293}"/>
    <dgm:cxn modelId="{E82B9D29-34DA-4657-A551-D0033DA16138}" type="presOf" srcId="{DA06CAAC-7D38-4073-8A03-FFDF74960298}" destId="{D11477C4-FE8B-456A-A4B2-56A16E66F75C}" srcOrd="0" destOrd="0" presId="urn:microsoft.com/office/officeart/2005/8/layout/chevron1"/>
    <dgm:cxn modelId="{EB1C953A-0534-473F-98AA-A679F9845F2E}" type="presOf" srcId="{9B27C46B-2810-4D39-B3DB-C46118FE19B5}" destId="{032D4351-ED52-4B51-9E8D-24F967F723F4}" srcOrd="0" destOrd="0" presId="urn:microsoft.com/office/officeart/2005/8/layout/chevron1"/>
    <dgm:cxn modelId="{BD363062-D992-413C-8E2C-28D26B3F6B99}" srcId="{72C472DD-9FB8-43DD-B99D-DA4CD0D7421C}" destId="{9B27C46B-2810-4D39-B3DB-C46118FE19B5}" srcOrd="4" destOrd="0" parTransId="{8447E760-1B04-4801-8DC0-83BDE51BAB0D}" sibTransId="{9FDFAC56-72F5-4AAF-AE24-3CFF2E5000D8}"/>
    <dgm:cxn modelId="{6430D04F-C2B7-488F-97F7-2034234B59FE}" type="presOf" srcId="{9DB3D188-9020-4B90-92F8-FDCC2C0A3DD0}" destId="{5E50135D-1C70-4C96-8B61-0A0DAC740D98}" srcOrd="0" destOrd="0" presId="urn:microsoft.com/office/officeart/2005/8/layout/chevron1"/>
    <dgm:cxn modelId="{D5AA5577-7B0B-472B-9FD0-6ADCF94FCE12}" type="presOf" srcId="{72C472DD-9FB8-43DD-B99D-DA4CD0D7421C}" destId="{0F5298A7-0163-43CE-AB35-73EAF0D18E88}" srcOrd="0" destOrd="0" presId="urn:microsoft.com/office/officeart/2005/8/layout/chevron1"/>
    <dgm:cxn modelId="{CA9C467C-A53C-4451-8FAE-CF2726433872}" srcId="{72C472DD-9FB8-43DD-B99D-DA4CD0D7421C}" destId="{075E4FCA-C077-4886-9705-871EC7D6D39D}" srcOrd="7" destOrd="0" parTransId="{E1C8B413-D39A-4CCA-83E0-BDD75F393A8E}" sibTransId="{FF02E64F-2A47-4337-87AC-578988B11D12}"/>
    <dgm:cxn modelId="{8CDA5687-0447-4836-BB2E-FFA93187FBB7}" srcId="{72C472DD-9FB8-43DD-B99D-DA4CD0D7421C}" destId="{F6BB4D27-9DD8-469C-821B-644B5D11AC1B}" srcOrd="2" destOrd="0" parTransId="{7F024FE8-E991-496C-9E3A-4BFD47C57EE3}" sibTransId="{FEE14FC5-3325-4F36-905D-279211F83B42}"/>
    <dgm:cxn modelId="{371E3EAA-0516-4C54-B999-3F911D56593A}" srcId="{72C472DD-9FB8-43DD-B99D-DA4CD0D7421C}" destId="{9DB3D188-9020-4B90-92F8-FDCC2C0A3DD0}" srcOrd="3" destOrd="0" parTransId="{A36A2026-3D13-441B-96AC-9C8093046815}" sibTransId="{0566CD23-E947-4604-B613-C253AE5505D6}"/>
    <dgm:cxn modelId="{78C37EAA-C310-48D8-8EFC-DC1736543CB6}" type="presOf" srcId="{F6BB4D27-9DD8-469C-821B-644B5D11AC1B}" destId="{3965C207-2DEC-4945-9007-3775A1828116}" srcOrd="0" destOrd="0" presId="urn:microsoft.com/office/officeart/2005/8/layout/chevron1"/>
    <dgm:cxn modelId="{278DE3B9-C464-4DEA-B434-E8044D35BDA1}" type="presOf" srcId="{D9DD3DF1-74A9-4892-8C45-FCA0E621F361}" destId="{E97C5053-1DC7-42E2-B91A-350A839AC74E}" srcOrd="0" destOrd="0" presId="urn:microsoft.com/office/officeart/2005/8/layout/chevron1"/>
    <dgm:cxn modelId="{45F036C1-932F-436F-BFE5-3A773B2375FC}" type="presOf" srcId="{21F5E0CE-E8CD-4C40-ACE9-442B9387F259}" destId="{AB795F26-D105-4BA0-8E39-D40B2D1E486A}" srcOrd="0" destOrd="0" presId="urn:microsoft.com/office/officeart/2005/8/layout/chevron1"/>
    <dgm:cxn modelId="{BBC697C3-B4AB-4A43-B3F5-C6A972B569BD}" srcId="{72C472DD-9FB8-43DD-B99D-DA4CD0D7421C}" destId="{21F5E0CE-E8CD-4C40-ACE9-442B9387F259}" srcOrd="0" destOrd="0" parTransId="{74CAB7DD-6239-4E03-95F3-63FD3CBBD32D}" sibTransId="{5EC96CBF-406B-450F-AE97-E97418E9E746}"/>
    <dgm:cxn modelId="{AD94EEDC-4D12-4B98-BA41-55B2EDA47215}" type="presOf" srcId="{075E4FCA-C077-4886-9705-871EC7D6D39D}" destId="{5E39D867-E666-42ED-9F6E-9045B4BDA254}" srcOrd="0" destOrd="0" presId="urn:microsoft.com/office/officeart/2005/8/layout/chevron1"/>
    <dgm:cxn modelId="{0D6C13E0-6FE8-48DC-92C5-1173A692DCB0}" srcId="{72C472DD-9FB8-43DD-B99D-DA4CD0D7421C}" destId="{D9DD3DF1-74A9-4892-8C45-FCA0E621F361}" srcOrd="5" destOrd="0" parTransId="{0DB6C401-4FCE-40D1-BF3B-5777F0F54B77}" sibTransId="{E2F202DA-433C-468C-A76D-75DD20E0B16B}"/>
    <dgm:cxn modelId="{22FA2211-42CB-496A-8D11-C1108B796C46}" type="presParOf" srcId="{0F5298A7-0163-43CE-AB35-73EAF0D18E88}" destId="{AB795F26-D105-4BA0-8E39-D40B2D1E486A}" srcOrd="0" destOrd="0" presId="urn:microsoft.com/office/officeart/2005/8/layout/chevron1"/>
    <dgm:cxn modelId="{D11F544A-A649-40AC-A6DA-AD847773F3C0}" type="presParOf" srcId="{0F5298A7-0163-43CE-AB35-73EAF0D18E88}" destId="{92A465D6-011D-47A8-8467-9525988E8636}" srcOrd="1" destOrd="0" presId="urn:microsoft.com/office/officeart/2005/8/layout/chevron1"/>
    <dgm:cxn modelId="{4AE807E3-0522-40E7-90FF-73D1A8C6D7C4}" type="presParOf" srcId="{0F5298A7-0163-43CE-AB35-73EAF0D18E88}" destId="{D11477C4-FE8B-456A-A4B2-56A16E66F75C}" srcOrd="2" destOrd="0" presId="urn:microsoft.com/office/officeart/2005/8/layout/chevron1"/>
    <dgm:cxn modelId="{868625CA-7969-4787-8DD3-B4B93B26C33C}" type="presParOf" srcId="{0F5298A7-0163-43CE-AB35-73EAF0D18E88}" destId="{3BA788ED-61B1-4F4F-8987-7EBF33DDF8DD}" srcOrd="3" destOrd="0" presId="urn:microsoft.com/office/officeart/2005/8/layout/chevron1"/>
    <dgm:cxn modelId="{C634F17F-0E7C-4A74-A566-2FFB63B9AB4C}" type="presParOf" srcId="{0F5298A7-0163-43CE-AB35-73EAF0D18E88}" destId="{3965C207-2DEC-4945-9007-3775A1828116}" srcOrd="4" destOrd="0" presId="urn:microsoft.com/office/officeart/2005/8/layout/chevron1"/>
    <dgm:cxn modelId="{860605DA-3109-4B9E-8D71-1068B56CC8D9}" type="presParOf" srcId="{0F5298A7-0163-43CE-AB35-73EAF0D18E88}" destId="{B4779E77-4CF5-4C1B-8501-52F56B76CA04}" srcOrd="5" destOrd="0" presId="urn:microsoft.com/office/officeart/2005/8/layout/chevron1"/>
    <dgm:cxn modelId="{F823188E-4668-44DF-B726-2A7BBD938FAC}" type="presParOf" srcId="{0F5298A7-0163-43CE-AB35-73EAF0D18E88}" destId="{5E50135D-1C70-4C96-8B61-0A0DAC740D98}" srcOrd="6" destOrd="0" presId="urn:microsoft.com/office/officeart/2005/8/layout/chevron1"/>
    <dgm:cxn modelId="{8202CF77-F537-402F-9809-984F9783E4A9}" type="presParOf" srcId="{0F5298A7-0163-43CE-AB35-73EAF0D18E88}" destId="{49063B26-76CF-4790-A741-00C5179E4311}" srcOrd="7" destOrd="0" presId="urn:microsoft.com/office/officeart/2005/8/layout/chevron1"/>
    <dgm:cxn modelId="{73EA3326-2F86-4736-B0B3-3FC1FDDF5CEF}" type="presParOf" srcId="{0F5298A7-0163-43CE-AB35-73EAF0D18E88}" destId="{032D4351-ED52-4B51-9E8D-24F967F723F4}" srcOrd="8" destOrd="0" presId="urn:microsoft.com/office/officeart/2005/8/layout/chevron1"/>
    <dgm:cxn modelId="{13475279-22F7-42C4-9116-14D9AC9B36AD}" type="presParOf" srcId="{0F5298A7-0163-43CE-AB35-73EAF0D18E88}" destId="{2FB023E8-6D48-4E7A-BAEE-D6EBEF2DA9DE}" srcOrd="9" destOrd="0" presId="urn:microsoft.com/office/officeart/2005/8/layout/chevron1"/>
    <dgm:cxn modelId="{80C3716B-99EE-4893-A2EA-DCBFB291EC98}" type="presParOf" srcId="{0F5298A7-0163-43CE-AB35-73EAF0D18E88}" destId="{E97C5053-1DC7-42E2-B91A-350A839AC74E}" srcOrd="10" destOrd="0" presId="urn:microsoft.com/office/officeart/2005/8/layout/chevron1"/>
    <dgm:cxn modelId="{7C73AB69-583E-4B87-AC16-BACB74DBE00F}" type="presParOf" srcId="{0F5298A7-0163-43CE-AB35-73EAF0D18E88}" destId="{0835F9FA-46D2-494C-B347-4ADD2E1F0C77}" srcOrd="11" destOrd="0" presId="urn:microsoft.com/office/officeart/2005/8/layout/chevron1"/>
    <dgm:cxn modelId="{1F18B0E4-6244-4D16-8E9D-8858016FBB00}" type="presParOf" srcId="{0F5298A7-0163-43CE-AB35-73EAF0D18E88}" destId="{F2D68CA6-1874-49FB-B584-A4CF53B7900B}" srcOrd="12" destOrd="0" presId="urn:microsoft.com/office/officeart/2005/8/layout/chevron1"/>
    <dgm:cxn modelId="{32234AEC-564C-4846-B0EC-109F52315148}" type="presParOf" srcId="{0F5298A7-0163-43CE-AB35-73EAF0D18E88}" destId="{DD956A57-5C23-4795-AAD8-8FDC4B69E056}" srcOrd="13" destOrd="0" presId="urn:microsoft.com/office/officeart/2005/8/layout/chevron1"/>
    <dgm:cxn modelId="{3EC967B7-73CA-44A3-808A-444FED6C45AF}" type="presParOf" srcId="{0F5298A7-0163-43CE-AB35-73EAF0D18E88}" destId="{5E39D867-E666-42ED-9F6E-9045B4BDA254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2C472DD-9FB8-43DD-B99D-DA4CD0D7421C}" type="doc">
      <dgm:prSet loTypeId="urn:microsoft.com/office/officeart/2005/8/layout/chevron1" loCatId="process" qsTypeId="urn:microsoft.com/office/officeart/2005/8/quickstyle/simple1" qsCatId="simple" csTypeId="urn:microsoft.com/office/officeart/2005/8/colors/accent0_3" csCatId="mainScheme" phldr="1"/>
      <dgm:spPr/>
    </dgm:pt>
    <dgm:pt modelId="{21F5E0CE-E8CD-4C40-ACE9-442B9387F259}">
      <dgm:prSet phldrT="[Testo]" phldr="0"/>
      <dgm:spPr/>
      <dgm:t>
        <a:bodyPr/>
        <a:lstStyle/>
        <a:p>
          <a:pPr rtl="0"/>
          <a:endParaRPr lang="it-IT"/>
        </a:p>
      </dgm:t>
    </dgm:pt>
    <dgm:pt modelId="{74CAB7DD-6239-4E03-95F3-63FD3CBBD32D}" type="parTrans" cxnId="{BBC697C3-B4AB-4A43-B3F5-C6A972B569BD}">
      <dgm:prSet/>
      <dgm:spPr/>
    </dgm:pt>
    <dgm:pt modelId="{5EC96CBF-406B-450F-AE97-E97418E9E746}" type="sibTrans" cxnId="{BBC697C3-B4AB-4A43-B3F5-C6A972B569BD}">
      <dgm:prSet/>
      <dgm:spPr/>
    </dgm:pt>
    <dgm:pt modelId="{DA06CAAC-7D38-4073-8A03-FFDF74960298}">
      <dgm:prSet phldrT="[Testo]" phldr="0"/>
      <dgm:spPr/>
      <dgm:t>
        <a:bodyPr/>
        <a:lstStyle/>
        <a:p>
          <a:pPr rtl="0"/>
          <a:endParaRPr lang="it-IT"/>
        </a:p>
      </dgm:t>
    </dgm:pt>
    <dgm:pt modelId="{29D6BA5F-C368-4E9C-950A-CB294B07FD91}" type="parTrans" cxnId="{5A3A311B-8063-4320-94EE-5419D6E5A0F9}">
      <dgm:prSet/>
      <dgm:spPr/>
    </dgm:pt>
    <dgm:pt modelId="{BEA3A220-4994-4E64-8E30-E05CCA777293}" type="sibTrans" cxnId="{5A3A311B-8063-4320-94EE-5419D6E5A0F9}">
      <dgm:prSet/>
      <dgm:spPr/>
    </dgm:pt>
    <dgm:pt modelId="{F6BB4D27-9DD8-469C-821B-644B5D11AC1B}">
      <dgm:prSet phldrT="[Testo]" phldr="0"/>
      <dgm:spPr/>
      <dgm:t>
        <a:bodyPr/>
        <a:lstStyle/>
        <a:p>
          <a:pPr rtl="0"/>
          <a:r>
            <a:rPr lang="it-IT">
              <a:latin typeface="Aptos Display" panose="02110004020202020204"/>
            </a:rPr>
            <a:t> </a:t>
          </a:r>
          <a:endParaRPr lang="it-IT"/>
        </a:p>
      </dgm:t>
    </dgm:pt>
    <dgm:pt modelId="{7F024FE8-E991-496C-9E3A-4BFD47C57EE3}" type="parTrans" cxnId="{8CDA5687-0447-4836-BB2E-FFA93187FBB7}">
      <dgm:prSet/>
      <dgm:spPr/>
    </dgm:pt>
    <dgm:pt modelId="{FEE14FC5-3325-4F36-905D-279211F83B42}" type="sibTrans" cxnId="{8CDA5687-0447-4836-BB2E-FFA93187FBB7}">
      <dgm:prSet/>
      <dgm:spPr/>
    </dgm:pt>
    <dgm:pt modelId="{9DB3D188-9020-4B90-92F8-FDCC2C0A3DD0}">
      <dgm:prSet phldr="0"/>
      <dgm:spPr/>
      <dgm:t>
        <a:bodyPr/>
        <a:lstStyle/>
        <a:p>
          <a:endParaRPr lang="it-IT">
            <a:latin typeface="Aptos Display" panose="02110004020202020204"/>
          </a:endParaRPr>
        </a:p>
      </dgm:t>
    </dgm:pt>
    <dgm:pt modelId="{A36A2026-3D13-441B-96AC-9C8093046815}" type="parTrans" cxnId="{371E3EAA-0516-4C54-B999-3F911D56593A}">
      <dgm:prSet/>
      <dgm:spPr/>
    </dgm:pt>
    <dgm:pt modelId="{0566CD23-E947-4604-B613-C253AE5505D6}" type="sibTrans" cxnId="{371E3EAA-0516-4C54-B999-3F911D56593A}">
      <dgm:prSet/>
      <dgm:spPr/>
    </dgm:pt>
    <dgm:pt modelId="{9B27C46B-2810-4D39-B3DB-C46118FE19B5}">
      <dgm:prSet phldr="0"/>
      <dgm:spPr/>
      <dgm:t>
        <a:bodyPr/>
        <a:lstStyle/>
        <a:p>
          <a:endParaRPr lang="it-IT">
            <a:latin typeface="Aptos Display" panose="02110004020202020204"/>
          </a:endParaRPr>
        </a:p>
      </dgm:t>
    </dgm:pt>
    <dgm:pt modelId="{8447E760-1B04-4801-8DC0-83BDE51BAB0D}" type="parTrans" cxnId="{BD363062-D992-413C-8E2C-28D26B3F6B99}">
      <dgm:prSet/>
      <dgm:spPr/>
    </dgm:pt>
    <dgm:pt modelId="{9FDFAC56-72F5-4AAF-AE24-3CFF2E5000D8}" type="sibTrans" cxnId="{BD363062-D992-413C-8E2C-28D26B3F6B99}">
      <dgm:prSet/>
      <dgm:spPr/>
    </dgm:pt>
    <dgm:pt modelId="{D9DD3DF1-74A9-4892-8C45-FCA0E621F361}">
      <dgm:prSet phldr="0"/>
      <dgm:spPr/>
      <dgm:t>
        <a:bodyPr/>
        <a:lstStyle/>
        <a:p>
          <a:endParaRPr lang="it-IT">
            <a:latin typeface="Aptos Display" panose="02110004020202020204"/>
          </a:endParaRPr>
        </a:p>
      </dgm:t>
    </dgm:pt>
    <dgm:pt modelId="{0DB6C401-4FCE-40D1-BF3B-5777F0F54B77}" type="parTrans" cxnId="{0D6C13E0-6FE8-48DC-92C5-1173A692DCB0}">
      <dgm:prSet/>
      <dgm:spPr/>
    </dgm:pt>
    <dgm:pt modelId="{E2F202DA-433C-468C-A76D-75DD20E0B16B}" type="sibTrans" cxnId="{0D6C13E0-6FE8-48DC-92C5-1173A692DCB0}">
      <dgm:prSet/>
      <dgm:spPr/>
    </dgm:pt>
    <dgm:pt modelId="{3104236B-CD4E-4BEA-9640-A66D5F1A24D9}">
      <dgm:prSet phldr="0"/>
      <dgm:spPr/>
      <dgm:t>
        <a:bodyPr/>
        <a:lstStyle/>
        <a:p>
          <a:endParaRPr lang="it-IT">
            <a:latin typeface="Aptos Display" panose="02110004020202020204"/>
          </a:endParaRPr>
        </a:p>
      </dgm:t>
    </dgm:pt>
    <dgm:pt modelId="{55AFD0B9-54EE-4990-BD95-9D6265E47379}" type="parTrans" cxnId="{008DB818-9846-478A-A011-D7FAF92A976B}">
      <dgm:prSet/>
      <dgm:spPr/>
    </dgm:pt>
    <dgm:pt modelId="{65268325-B1EF-48DE-A678-2FE751BEDB1C}" type="sibTrans" cxnId="{008DB818-9846-478A-A011-D7FAF92A976B}">
      <dgm:prSet/>
      <dgm:spPr/>
    </dgm:pt>
    <dgm:pt modelId="{075E4FCA-C077-4886-9705-871EC7D6D39D}">
      <dgm:prSet phldr="0"/>
      <dgm:spPr/>
      <dgm:t>
        <a:bodyPr/>
        <a:lstStyle/>
        <a:p>
          <a:pPr rtl="0"/>
          <a:endParaRPr lang="it-IT">
            <a:latin typeface="Aptos Display" panose="02110004020202020204"/>
          </a:endParaRPr>
        </a:p>
      </dgm:t>
    </dgm:pt>
    <dgm:pt modelId="{E1C8B413-D39A-4CCA-83E0-BDD75F393A8E}" type="parTrans" cxnId="{CA9C467C-A53C-4451-8FAE-CF2726433872}">
      <dgm:prSet/>
      <dgm:spPr/>
    </dgm:pt>
    <dgm:pt modelId="{FF02E64F-2A47-4337-87AC-578988B11D12}" type="sibTrans" cxnId="{CA9C467C-A53C-4451-8FAE-CF2726433872}">
      <dgm:prSet/>
      <dgm:spPr/>
    </dgm:pt>
    <dgm:pt modelId="{0F5298A7-0163-43CE-AB35-73EAF0D18E88}" type="pres">
      <dgm:prSet presAssocID="{72C472DD-9FB8-43DD-B99D-DA4CD0D7421C}" presName="Name0" presStyleCnt="0">
        <dgm:presLayoutVars>
          <dgm:dir/>
          <dgm:animLvl val="lvl"/>
          <dgm:resizeHandles val="exact"/>
        </dgm:presLayoutVars>
      </dgm:prSet>
      <dgm:spPr/>
    </dgm:pt>
    <dgm:pt modelId="{AB795F26-D105-4BA0-8E39-D40B2D1E486A}" type="pres">
      <dgm:prSet presAssocID="{21F5E0CE-E8CD-4C40-ACE9-442B9387F259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92A465D6-011D-47A8-8467-9525988E8636}" type="pres">
      <dgm:prSet presAssocID="{5EC96CBF-406B-450F-AE97-E97418E9E746}" presName="parTxOnlySpace" presStyleCnt="0"/>
      <dgm:spPr/>
    </dgm:pt>
    <dgm:pt modelId="{D11477C4-FE8B-456A-A4B2-56A16E66F75C}" type="pres">
      <dgm:prSet presAssocID="{DA06CAAC-7D38-4073-8A03-FFDF74960298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3BA788ED-61B1-4F4F-8987-7EBF33DDF8DD}" type="pres">
      <dgm:prSet presAssocID="{BEA3A220-4994-4E64-8E30-E05CCA777293}" presName="parTxOnlySpace" presStyleCnt="0"/>
      <dgm:spPr/>
    </dgm:pt>
    <dgm:pt modelId="{3965C207-2DEC-4945-9007-3775A1828116}" type="pres">
      <dgm:prSet presAssocID="{F6BB4D27-9DD8-469C-821B-644B5D11AC1B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B4779E77-4CF5-4C1B-8501-52F56B76CA04}" type="pres">
      <dgm:prSet presAssocID="{FEE14FC5-3325-4F36-905D-279211F83B42}" presName="parTxOnlySpace" presStyleCnt="0"/>
      <dgm:spPr/>
    </dgm:pt>
    <dgm:pt modelId="{5E50135D-1C70-4C96-8B61-0A0DAC740D98}" type="pres">
      <dgm:prSet presAssocID="{9DB3D188-9020-4B90-92F8-FDCC2C0A3DD0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49063B26-76CF-4790-A741-00C5179E4311}" type="pres">
      <dgm:prSet presAssocID="{0566CD23-E947-4604-B613-C253AE5505D6}" presName="parTxOnlySpace" presStyleCnt="0"/>
      <dgm:spPr/>
    </dgm:pt>
    <dgm:pt modelId="{032D4351-ED52-4B51-9E8D-24F967F723F4}" type="pres">
      <dgm:prSet presAssocID="{9B27C46B-2810-4D39-B3DB-C46118FE19B5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2FB023E8-6D48-4E7A-BAEE-D6EBEF2DA9DE}" type="pres">
      <dgm:prSet presAssocID="{9FDFAC56-72F5-4AAF-AE24-3CFF2E5000D8}" presName="parTxOnlySpace" presStyleCnt="0"/>
      <dgm:spPr/>
    </dgm:pt>
    <dgm:pt modelId="{E97C5053-1DC7-42E2-B91A-350A839AC74E}" type="pres">
      <dgm:prSet presAssocID="{D9DD3DF1-74A9-4892-8C45-FCA0E621F361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0835F9FA-46D2-494C-B347-4ADD2E1F0C77}" type="pres">
      <dgm:prSet presAssocID="{E2F202DA-433C-468C-A76D-75DD20E0B16B}" presName="parTxOnlySpace" presStyleCnt="0"/>
      <dgm:spPr/>
    </dgm:pt>
    <dgm:pt modelId="{F2D68CA6-1874-49FB-B584-A4CF53B7900B}" type="pres">
      <dgm:prSet presAssocID="{3104236B-CD4E-4BEA-9640-A66D5F1A24D9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DD956A57-5C23-4795-AAD8-8FDC4B69E056}" type="pres">
      <dgm:prSet presAssocID="{65268325-B1EF-48DE-A678-2FE751BEDB1C}" presName="parTxOnlySpace" presStyleCnt="0"/>
      <dgm:spPr/>
    </dgm:pt>
    <dgm:pt modelId="{5E39D867-E666-42ED-9F6E-9045B4BDA254}" type="pres">
      <dgm:prSet presAssocID="{075E4FCA-C077-4886-9705-871EC7D6D39D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D5216808-78A8-42C7-A239-0159ED79F209}" type="presOf" srcId="{3104236B-CD4E-4BEA-9640-A66D5F1A24D9}" destId="{F2D68CA6-1874-49FB-B584-A4CF53B7900B}" srcOrd="0" destOrd="0" presId="urn:microsoft.com/office/officeart/2005/8/layout/chevron1"/>
    <dgm:cxn modelId="{008DB818-9846-478A-A011-D7FAF92A976B}" srcId="{72C472DD-9FB8-43DD-B99D-DA4CD0D7421C}" destId="{3104236B-CD4E-4BEA-9640-A66D5F1A24D9}" srcOrd="6" destOrd="0" parTransId="{55AFD0B9-54EE-4990-BD95-9D6265E47379}" sibTransId="{65268325-B1EF-48DE-A678-2FE751BEDB1C}"/>
    <dgm:cxn modelId="{5A3A311B-8063-4320-94EE-5419D6E5A0F9}" srcId="{72C472DD-9FB8-43DD-B99D-DA4CD0D7421C}" destId="{DA06CAAC-7D38-4073-8A03-FFDF74960298}" srcOrd="1" destOrd="0" parTransId="{29D6BA5F-C368-4E9C-950A-CB294B07FD91}" sibTransId="{BEA3A220-4994-4E64-8E30-E05CCA777293}"/>
    <dgm:cxn modelId="{E82B9D29-34DA-4657-A551-D0033DA16138}" type="presOf" srcId="{DA06CAAC-7D38-4073-8A03-FFDF74960298}" destId="{D11477C4-FE8B-456A-A4B2-56A16E66F75C}" srcOrd="0" destOrd="0" presId="urn:microsoft.com/office/officeart/2005/8/layout/chevron1"/>
    <dgm:cxn modelId="{EB1C953A-0534-473F-98AA-A679F9845F2E}" type="presOf" srcId="{9B27C46B-2810-4D39-B3DB-C46118FE19B5}" destId="{032D4351-ED52-4B51-9E8D-24F967F723F4}" srcOrd="0" destOrd="0" presId="urn:microsoft.com/office/officeart/2005/8/layout/chevron1"/>
    <dgm:cxn modelId="{BD363062-D992-413C-8E2C-28D26B3F6B99}" srcId="{72C472DD-9FB8-43DD-B99D-DA4CD0D7421C}" destId="{9B27C46B-2810-4D39-B3DB-C46118FE19B5}" srcOrd="4" destOrd="0" parTransId="{8447E760-1B04-4801-8DC0-83BDE51BAB0D}" sibTransId="{9FDFAC56-72F5-4AAF-AE24-3CFF2E5000D8}"/>
    <dgm:cxn modelId="{6430D04F-C2B7-488F-97F7-2034234B59FE}" type="presOf" srcId="{9DB3D188-9020-4B90-92F8-FDCC2C0A3DD0}" destId="{5E50135D-1C70-4C96-8B61-0A0DAC740D98}" srcOrd="0" destOrd="0" presId="urn:microsoft.com/office/officeart/2005/8/layout/chevron1"/>
    <dgm:cxn modelId="{D5AA5577-7B0B-472B-9FD0-6ADCF94FCE12}" type="presOf" srcId="{72C472DD-9FB8-43DD-B99D-DA4CD0D7421C}" destId="{0F5298A7-0163-43CE-AB35-73EAF0D18E88}" srcOrd="0" destOrd="0" presId="urn:microsoft.com/office/officeart/2005/8/layout/chevron1"/>
    <dgm:cxn modelId="{CA9C467C-A53C-4451-8FAE-CF2726433872}" srcId="{72C472DD-9FB8-43DD-B99D-DA4CD0D7421C}" destId="{075E4FCA-C077-4886-9705-871EC7D6D39D}" srcOrd="7" destOrd="0" parTransId="{E1C8B413-D39A-4CCA-83E0-BDD75F393A8E}" sibTransId="{FF02E64F-2A47-4337-87AC-578988B11D12}"/>
    <dgm:cxn modelId="{8CDA5687-0447-4836-BB2E-FFA93187FBB7}" srcId="{72C472DD-9FB8-43DD-B99D-DA4CD0D7421C}" destId="{F6BB4D27-9DD8-469C-821B-644B5D11AC1B}" srcOrd="2" destOrd="0" parTransId="{7F024FE8-E991-496C-9E3A-4BFD47C57EE3}" sibTransId="{FEE14FC5-3325-4F36-905D-279211F83B42}"/>
    <dgm:cxn modelId="{371E3EAA-0516-4C54-B999-3F911D56593A}" srcId="{72C472DD-9FB8-43DD-B99D-DA4CD0D7421C}" destId="{9DB3D188-9020-4B90-92F8-FDCC2C0A3DD0}" srcOrd="3" destOrd="0" parTransId="{A36A2026-3D13-441B-96AC-9C8093046815}" sibTransId="{0566CD23-E947-4604-B613-C253AE5505D6}"/>
    <dgm:cxn modelId="{78C37EAA-C310-48D8-8EFC-DC1736543CB6}" type="presOf" srcId="{F6BB4D27-9DD8-469C-821B-644B5D11AC1B}" destId="{3965C207-2DEC-4945-9007-3775A1828116}" srcOrd="0" destOrd="0" presId="urn:microsoft.com/office/officeart/2005/8/layout/chevron1"/>
    <dgm:cxn modelId="{278DE3B9-C464-4DEA-B434-E8044D35BDA1}" type="presOf" srcId="{D9DD3DF1-74A9-4892-8C45-FCA0E621F361}" destId="{E97C5053-1DC7-42E2-B91A-350A839AC74E}" srcOrd="0" destOrd="0" presId="urn:microsoft.com/office/officeart/2005/8/layout/chevron1"/>
    <dgm:cxn modelId="{45F036C1-932F-436F-BFE5-3A773B2375FC}" type="presOf" srcId="{21F5E0CE-E8CD-4C40-ACE9-442B9387F259}" destId="{AB795F26-D105-4BA0-8E39-D40B2D1E486A}" srcOrd="0" destOrd="0" presId="urn:microsoft.com/office/officeart/2005/8/layout/chevron1"/>
    <dgm:cxn modelId="{BBC697C3-B4AB-4A43-B3F5-C6A972B569BD}" srcId="{72C472DD-9FB8-43DD-B99D-DA4CD0D7421C}" destId="{21F5E0CE-E8CD-4C40-ACE9-442B9387F259}" srcOrd="0" destOrd="0" parTransId="{74CAB7DD-6239-4E03-95F3-63FD3CBBD32D}" sibTransId="{5EC96CBF-406B-450F-AE97-E97418E9E746}"/>
    <dgm:cxn modelId="{AD94EEDC-4D12-4B98-BA41-55B2EDA47215}" type="presOf" srcId="{075E4FCA-C077-4886-9705-871EC7D6D39D}" destId="{5E39D867-E666-42ED-9F6E-9045B4BDA254}" srcOrd="0" destOrd="0" presId="urn:microsoft.com/office/officeart/2005/8/layout/chevron1"/>
    <dgm:cxn modelId="{0D6C13E0-6FE8-48DC-92C5-1173A692DCB0}" srcId="{72C472DD-9FB8-43DD-B99D-DA4CD0D7421C}" destId="{D9DD3DF1-74A9-4892-8C45-FCA0E621F361}" srcOrd="5" destOrd="0" parTransId="{0DB6C401-4FCE-40D1-BF3B-5777F0F54B77}" sibTransId="{E2F202DA-433C-468C-A76D-75DD20E0B16B}"/>
    <dgm:cxn modelId="{22FA2211-42CB-496A-8D11-C1108B796C46}" type="presParOf" srcId="{0F5298A7-0163-43CE-AB35-73EAF0D18E88}" destId="{AB795F26-D105-4BA0-8E39-D40B2D1E486A}" srcOrd="0" destOrd="0" presId="urn:microsoft.com/office/officeart/2005/8/layout/chevron1"/>
    <dgm:cxn modelId="{D11F544A-A649-40AC-A6DA-AD847773F3C0}" type="presParOf" srcId="{0F5298A7-0163-43CE-AB35-73EAF0D18E88}" destId="{92A465D6-011D-47A8-8467-9525988E8636}" srcOrd="1" destOrd="0" presId="urn:microsoft.com/office/officeart/2005/8/layout/chevron1"/>
    <dgm:cxn modelId="{4AE807E3-0522-40E7-90FF-73D1A8C6D7C4}" type="presParOf" srcId="{0F5298A7-0163-43CE-AB35-73EAF0D18E88}" destId="{D11477C4-FE8B-456A-A4B2-56A16E66F75C}" srcOrd="2" destOrd="0" presId="urn:microsoft.com/office/officeart/2005/8/layout/chevron1"/>
    <dgm:cxn modelId="{868625CA-7969-4787-8DD3-B4B93B26C33C}" type="presParOf" srcId="{0F5298A7-0163-43CE-AB35-73EAF0D18E88}" destId="{3BA788ED-61B1-4F4F-8987-7EBF33DDF8DD}" srcOrd="3" destOrd="0" presId="urn:microsoft.com/office/officeart/2005/8/layout/chevron1"/>
    <dgm:cxn modelId="{C634F17F-0E7C-4A74-A566-2FFB63B9AB4C}" type="presParOf" srcId="{0F5298A7-0163-43CE-AB35-73EAF0D18E88}" destId="{3965C207-2DEC-4945-9007-3775A1828116}" srcOrd="4" destOrd="0" presId="urn:microsoft.com/office/officeart/2005/8/layout/chevron1"/>
    <dgm:cxn modelId="{860605DA-3109-4B9E-8D71-1068B56CC8D9}" type="presParOf" srcId="{0F5298A7-0163-43CE-AB35-73EAF0D18E88}" destId="{B4779E77-4CF5-4C1B-8501-52F56B76CA04}" srcOrd="5" destOrd="0" presId="urn:microsoft.com/office/officeart/2005/8/layout/chevron1"/>
    <dgm:cxn modelId="{F823188E-4668-44DF-B726-2A7BBD938FAC}" type="presParOf" srcId="{0F5298A7-0163-43CE-AB35-73EAF0D18E88}" destId="{5E50135D-1C70-4C96-8B61-0A0DAC740D98}" srcOrd="6" destOrd="0" presId="urn:microsoft.com/office/officeart/2005/8/layout/chevron1"/>
    <dgm:cxn modelId="{8202CF77-F537-402F-9809-984F9783E4A9}" type="presParOf" srcId="{0F5298A7-0163-43CE-AB35-73EAF0D18E88}" destId="{49063B26-76CF-4790-A741-00C5179E4311}" srcOrd="7" destOrd="0" presId="urn:microsoft.com/office/officeart/2005/8/layout/chevron1"/>
    <dgm:cxn modelId="{73EA3326-2F86-4736-B0B3-3FC1FDDF5CEF}" type="presParOf" srcId="{0F5298A7-0163-43CE-AB35-73EAF0D18E88}" destId="{032D4351-ED52-4B51-9E8D-24F967F723F4}" srcOrd="8" destOrd="0" presId="urn:microsoft.com/office/officeart/2005/8/layout/chevron1"/>
    <dgm:cxn modelId="{13475279-22F7-42C4-9116-14D9AC9B36AD}" type="presParOf" srcId="{0F5298A7-0163-43CE-AB35-73EAF0D18E88}" destId="{2FB023E8-6D48-4E7A-BAEE-D6EBEF2DA9DE}" srcOrd="9" destOrd="0" presId="urn:microsoft.com/office/officeart/2005/8/layout/chevron1"/>
    <dgm:cxn modelId="{80C3716B-99EE-4893-A2EA-DCBFB291EC98}" type="presParOf" srcId="{0F5298A7-0163-43CE-AB35-73EAF0D18E88}" destId="{E97C5053-1DC7-42E2-B91A-350A839AC74E}" srcOrd="10" destOrd="0" presId="urn:microsoft.com/office/officeart/2005/8/layout/chevron1"/>
    <dgm:cxn modelId="{7C73AB69-583E-4B87-AC16-BACB74DBE00F}" type="presParOf" srcId="{0F5298A7-0163-43CE-AB35-73EAF0D18E88}" destId="{0835F9FA-46D2-494C-B347-4ADD2E1F0C77}" srcOrd="11" destOrd="0" presId="urn:microsoft.com/office/officeart/2005/8/layout/chevron1"/>
    <dgm:cxn modelId="{1F18B0E4-6244-4D16-8E9D-8858016FBB00}" type="presParOf" srcId="{0F5298A7-0163-43CE-AB35-73EAF0D18E88}" destId="{F2D68CA6-1874-49FB-B584-A4CF53B7900B}" srcOrd="12" destOrd="0" presId="urn:microsoft.com/office/officeart/2005/8/layout/chevron1"/>
    <dgm:cxn modelId="{32234AEC-564C-4846-B0EC-109F52315148}" type="presParOf" srcId="{0F5298A7-0163-43CE-AB35-73EAF0D18E88}" destId="{DD956A57-5C23-4795-AAD8-8FDC4B69E056}" srcOrd="13" destOrd="0" presId="urn:microsoft.com/office/officeart/2005/8/layout/chevron1"/>
    <dgm:cxn modelId="{3EC967B7-73CA-44A3-808A-444FED6C45AF}" type="presParOf" srcId="{0F5298A7-0163-43CE-AB35-73EAF0D18E88}" destId="{5E39D867-E666-42ED-9F6E-9045B4BDA254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2C472DD-9FB8-43DD-B99D-DA4CD0D7421C}" type="doc">
      <dgm:prSet loTypeId="urn:microsoft.com/office/officeart/2005/8/layout/chevron1" loCatId="process" qsTypeId="urn:microsoft.com/office/officeart/2005/8/quickstyle/simple1" qsCatId="simple" csTypeId="urn:microsoft.com/office/officeart/2005/8/colors/accent0_3" csCatId="mainScheme" phldr="1"/>
      <dgm:spPr/>
    </dgm:pt>
    <dgm:pt modelId="{21F5E0CE-E8CD-4C40-ACE9-442B9387F259}">
      <dgm:prSet phldrT="[Testo]" phldr="0"/>
      <dgm:spPr/>
      <dgm:t>
        <a:bodyPr/>
        <a:lstStyle/>
        <a:p>
          <a:pPr rtl="0"/>
          <a:endParaRPr lang="it-IT"/>
        </a:p>
      </dgm:t>
    </dgm:pt>
    <dgm:pt modelId="{74CAB7DD-6239-4E03-95F3-63FD3CBBD32D}" type="parTrans" cxnId="{BBC697C3-B4AB-4A43-B3F5-C6A972B569BD}">
      <dgm:prSet/>
      <dgm:spPr/>
    </dgm:pt>
    <dgm:pt modelId="{5EC96CBF-406B-450F-AE97-E97418E9E746}" type="sibTrans" cxnId="{BBC697C3-B4AB-4A43-B3F5-C6A972B569BD}">
      <dgm:prSet/>
      <dgm:spPr/>
    </dgm:pt>
    <dgm:pt modelId="{DA06CAAC-7D38-4073-8A03-FFDF74960298}">
      <dgm:prSet phldrT="[Testo]" phldr="0"/>
      <dgm:spPr/>
      <dgm:t>
        <a:bodyPr/>
        <a:lstStyle/>
        <a:p>
          <a:pPr rtl="0"/>
          <a:endParaRPr lang="it-IT"/>
        </a:p>
      </dgm:t>
    </dgm:pt>
    <dgm:pt modelId="{29D6BA5F-C368-4E9C-950A-CB294B07FD91}" type="parTrans" cxnId="{5A3A311B-8063-4320-94EE-5419D6E5A0F9}">
      <dgm:prSet/>
      <dgm:spPr/>
    </dgm:pt>
    <dgm:pt modelId="{BEA3A220-4994-4E64-8E30-E05CCA777293}" type="sibTrans" cxnId="{5A3A311B-8063-4320-94EE-5419D6E5A0F9}">
      <dgm:prSet/>
      <dgm:spPr/>
    </dgm:pt>
    <dgm:pt modelId="{F6BB4D27-9DD8-469C-821B-644B5D11AC1B}">
      <dgm:prSet phldrT="[Testo]" phldr="0"/>
      <dgm:spPr/>
      <dgm:t>
        <a:bodyPr/>
        <a:lstStyle/>
        <a:p>
          <a:pPr rtl="0"/>
          <a:r>
            <a:rPr lang="it-IT">
              <a:latin typeface="Aptos Display" panose="02110004020202020204"/>
            </a:rPr>
            <a:t> </a:t>
          </a:r>
          <a:endParaRPr lang="it-IT"/>
        </a:p>
      </dgm:t>
    </dgm:pt>
    <dgm:pt modelId="{7F024FE8-E991-496C-9E3A-4BFD47C57EE3}" type="parTrans" cxnId="{8CDA5687-0447-4836-BB2E-FFA93187FBB7}">
      <dgm:prSet/>
      <dgm:spPr/>
    </dgm:pt>
    <dgm:pt modelId="{FEE14FC5-3325-4F36-905D-279211F83B42}" type="sibTrans" cxnId="{8CDA5687-0447-4836-BB2E-FFA93187FBB7}">
      <dgm:prSet/>
      <dgm:spPr/>
    </dgm:pt>
    <dgm:pt modelId="{9DB3D188-9020-4B90-92F8-FDCC2C0A3DD0}">
      <dgm:prSet phldr="0"/>
      <dgm:spPr/>
      <dgm:t>
        <a:bodyPr/>
        <a:lstStyle/>
        <a:p>
          <a:endParaRPr lang="it-IT">
            <a:latin typeface="Aptos Display" panose="02110004020202020204"/>
          </a:endParaRPr>
        </a:p>
      </dgm:t>
    </dgm:pt>
    <dgm:pt modelId="{A36A2026-3D13-441B-96AC-9C8093046815}" type="parTrans" cxnId="{371E3EAA-0516-4C54-B999-3F911D56593A}">
      <dgm:prSet/>
      <dgm:spPr/>
    </dgm:pt>
    <dgm:pt modelId="{0566CD23-E947-4604-B613-C253AE5505D6}" type="sibTrans" cxnId="{371E3EAA-0516-4C54-B999-3F911D56593A}">
      <dgm:prSet/>
      <dgm:spPr/>
    </dgm:pt>
    <dgm:pt modelId="{9B27C46B-2810-4D39-B3DB-C46118FE19B5}">
      <dgm:prSet phldr="0"/>
      <dgm:spPr/>
      <dgm:t>
        <a:bodyPr/>
        <a:lstStyle/>
        <a:p>
          <a:endParaRPr lang="it-IT">
            <a:latin typeface="Aptos Display" panose="02110004020202020204"/>
          </a:endParaRPr>
        </a:p>
      </dgm:t>
    </dgm:pt>
    <dgm:pt modelId="{8447E760-1B04-4801-8DC0-83BDE51BAB0D}" type="parTrans" cxnId="{BD363062-D992-413C-8E2C-28D26B3F6B99}">
      <dgm:prSet/>
      <dgm:spPr/>
    </dgm:pt>
    <dgm:pt modelId="{9FDFAC56-72F5-4AAF-AE24-3CFF2E5000D8}" type="sibTrans" cxnId="{BD363062-D992-413C-8E2C-28D26B3F6B99}">
      <dgm:prSet/>
      <dgm:spPr/>
    </dgm:pt>
    <dgm:pt modelId="{D9DD3DF1-74A9-4892-8C45-FCA0E621F361}">
      <dgm:prSet phldr="0"/>
      <dgm:spPr/>
      <dgm:t>
        <a:bodyPr/>
        <a:lstStyle/>
        <a:p>
          <a:endParaRPr lang="it-IT">
            <a:latin typeface="Aptos Display" panose="02110004020202020204"/>
          </a:endParaRPr>
        </a:p>
      </dgm:t>
    </dgm:pt>
    <dgm:pt modelId="{0DB6C401-4FCE-40D1-BF3B-5777F0F54B77}" type="parTrans" cxnId="{0D6C13E0-6FE8-48DC-92C5-1173A692DCB0}">
      <dgm:prSet/>
      <dgm:spPr/>
    </dgm:pt>
    <dgm:pt modelId="{E2F202DA-433C-468C-A76D-75DD20E0B16B}" type="sibTrans" cxnId="{0D6C13E0-6FE8-48DC-92C5-1173A692DCB0}">
      <dgm:prSet/>
      <dgm:spPr/>
    </dgm:pt>
    <dgm:pt modelId="{3104236B-CD4E-4BEA-9640-A66D5F1A24D9}">
      <dgm:prSet phldr="0"/>
      <dgm:spPr/>
      <dgm:t>
        <a:bodyPr/>
        <a:lstStyle/>
        <a:p>
          <a:endParaRPr lang="it-IT">
            <a:latin typeface="Aptos Display" panose="02110004020202020204"/>
          </a:endParaRPr>
        </a:p>
      </dgm:t>
    </dgm:pt>
    <dgm:pt modelId="{55AFD0B9-54EE-4990-BD95-9D6265E47379}" type="parTrans" cxnId="{008DB818-9846-478A-A011-D7FAF92A976B}">
      <dgm:prSet/>
      <dgm:spPr/>
    </dgm:pt>
    <dgm:pt modelId="{65268325-B1EF-48DE-A678-2FE751BEDB1C}" type="sibTrans" cxnId="{008DB818-9846-478A-A011-D7FAF92A976B}">
      <dgm:prSet/>
      <dgm:spPr/>
    </dgm:pt>
    <dgm:pt modelId="{075E4FCA-C077-4886-9705-871EC7D6D39D}">
      <dgm:prSet phldr="0"/>
      <dgm:spPr/>
      <dgm:t>
        <a:bodyPr/>
        <a:lstStyle/>
        <a:p>
          <a:pPr rtl="0"/>
          <a:endParaRPr lang="it-IT">
            <a:latin typeface="Aptos Display" panose="02110004020202020204"/>
          </a:endParaRPr>
        </a:p>
      </dgm:t>
    </dgm:pt>
    <dgm:pt modelId="{E1C8B413-D39A-4CCA-83E0-BDD75F393A8E}" type="parTrans" cxnId="{CA9C467C-A53C-4451-8FAE-CF2726433872}">
      <dgm:prSet/>
      <dgm:spPr/>
    </dgm:pt>
    <dgm:pt modelId="{FF02E64F-2A47-4337-87AC-578988B11D12}" type="sibTrans" cxnId="{CA9C467C-A53C-4451-8FAE-CF2726433872}">
      <dgm:prSet/>
      <dgm:spPr/>
    </dgm:pt>
    <dgm:pt modelId="{0F5298A7-0163-43CE-AB35-73EAF0D18E88}" type="pres">
      <dgm:prSet presAssocID="{72C472DD-9FB8-43DD-B99D-DA4CD0D7421C}" presName="Name0" presStyleCnt="0">
        <dgm:presLayoutVars>
          <dgm:dir/>
          <dgm:animLvl val="lvl"/>
          <dgm:resizeHandles val="exact"/>
        </dgm:presLayoutVars>
      </dgm:prSet>
      <dgm:spPr/>
    </dgm:pt>
    <dgm:pt modelId="{AB795F26-D105-4BA0-8E39-D40B2D1E486A}" type="pres">
      <dgm:prSet presAssocID="{21F5E0CE-E8CD-4C40-ACE9-442B9387F259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92A465D6-011D-47A8-8467-9525988E8636}" type="pres">
      <dgm:prSet presAssocID="{5EC96CBF-406B-450F-AE97-E97418E9E746}" presName="parTxOnlySpace" presStyleCnt="0"/>
      <dgm:spPr/>
    </dgm:pt>
    <dgm:pt modelId="{D11477C4-FE8B-456A-A4B2-56A16E66F75C}" type="pres">
      <dgm:prSet presAssocID="{DA06CAAC-7D38-4073-8A03-FFDF74960298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3BA788ED-61B1-4F4F-8987-7EBF33DDF8DD}" type="pres">
      <dgm:prSet presAssocID="{BEA3A220-4994-4E64-8E30-E05CCA777293}" presName="parTxOnlySpace" presStyleCnt="0"/>
      <dgm:spPr/>
    </dgm:pt>
    <dgm:pt modelId="{3965C207-2DEC-4945-9007-3775A1828116}" type="pres">
      <dgm:prSet presAssocID="{F6BB4D27-9DD8-469C-821B-644B5D11AC1B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B4779E77-4CF5-4C1B-8501-52F56B76CA04}" type="pres">
      <dgm:prSet presAssocID="{FEE14FC5-3325-4F36-905D-279211F83B42}" presName="parTxOnlySpace" presStyleCnt="0"/>
      <dgm:spPr/>
    </dgm:pt>
    <dgm:pt modelId="{5E50135D-1C70-4C96-8B61-0A0DAC740D98}" type="pres">
      <dgm:prSet presAssocID="{9DB3D188-9020-4B90-92F8-FDCC2C0A3DD0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49063B26-76CF-4790-A741-00C5179E4311}" type="pres">
      <dgm:prSet presAssocID="{0566CD23-E947-4604-B613-C253AE5505D6}" presName="parTxOnlySpace" presStyleCnt="0"/>
      <dgm:spPr/>
    </dgm:pt>
    <dgm:pt modelId="{032D4351-ED52-4B51-9E8D-24F967F723F4}" type="pres">
      <dgm:prSet presAssocID="{9B27C46B-2810-4D39-B3DB-C46118FE19B5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2FB023E8-6D48-4E7A-BAEE-D6EBEF2DA9DE}" type="pres">
      <dgm:prSet presAssocID="{9FDFAC56-72F5-4AAF-AE24-3CFF2E5000D8}" presName="parTxOnlySpace" presStyleCnt="0"/>
      <dgm:spPr/>
    </dgm:pt>
    <dgm:pt modelId="{E97C5053-1DC7-42E2-B91A-350A839AC74E}" type="pres">
      <dgm:prSet presAssocID="{D9DD3DF1-74A9-4892-8C45-FCA0E621F361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</dgm:pt>
    <dgm:pt modelId="{0835F9FA-46D2-494C-B347-4ADD2E1F0C77}" type="pres">
      <dgm:prSet presAssocID="{E2F202DA-433C-468C-A76D-75DD20E0B16B}" presName="parTxOnlySpace" presStyleCnt="0"/>
      <dgm:spPr/>
    </dgm:pt>
    <dgm:pt modelId="{F2D68CA6-1874-49FB-B584-A4CF53B7900B}" type="pres">
      <dgm:prSet presAssocID="{3104236B-CD4E-4BEA-9640-A66D5F1A24D9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</dgm:pt>
    <dgm:pt modelId="{DD956A57-5C23-4795-AAD8-8FDC4B69E056}" type="pres">
      <dgm:prSet presAssocID="{65268325-B1EF-48DE-A678-2FE751BEDB1C}" presName="parTxOnlySpace" presStyleCnt="0"/>
      <dgm:spPr/>
    </dgm:pt>
    <dgm:pt modelId="{5E39D867-E666-42ED-9F6E-9045B4BDA254}" type="pres">
      <dgm:prSet presAssocID="{075E4FCA-C077-4886-9705-871EC7D6D39D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D5216808-78A8-42C7-A239-0159ED79F209}" type="presOf" srcId="{3104236B-CD4E-4BEA-9640-A66D5F1A24D9}" destId="{F2D68CA6-1874-49FB-B584-A4CF53B7900B}" srcOrd="0" destOrd="0" presId="urn:microsoft.com/office/officeart/2005/8/layout/chevron1"/>
    <dgm:cxn modelId="{008DB818-9846-478A-A011-D7FAF92A976B}" srcId="{72C472DD-9FB8-43DD-B99D-DA4CD0D7421C}" destId="{3104236B-CD4E-4BEA-9640-A66D5F1A24D9}" srcOrd="6" destOrd="0" parTransId="{55AFD0B9-54EE-4990-BD95-9D6265E47379}" sibTransId="{65268325-B1EF-48DE-A678-2FE751BEDB1C}"/>
    <dgm:cxn modelId="{5A3A311B-8063-4320-94EE-5419D6E5A0F9}" srcId="{72C472DD-9FB8-43DD-B99D-DA4CD0D7421C}" destId="{DA06CAAC-7D38-4073-8A03-FFDF74960298}" srcOrd="1" destOrd="0" parTransId="{29D6BA5F-C368-4E9C-950A-CB294B07FD91}" sibTransId="{BEA3A220-4994-4E64-8E30-E05CCA777293}"/>
    <dgm:cxn modelId="{E82B9D29-34DA-4657-A551-D0033DA16138}" type="presOf" srcId="{DA06CAAC-7D38-4073-8A03-FFDF74960298}" destId="{D11477C4-FE8B-456A-A4B2-56A16E66F75C}" srcOrd="0" destOrd="0" presId="urn:microsoft.com/office/officeart/2005/8/layout/chevron1"/>
    <dgm:cxn modelId="{EB1C953A-0534-473F-98AA-A679F9845F2E}" type="presOf" srcId="{9B27C46B-2810-4D39-B3DB-C46118FE19B5}" destId="{032D4351-ED52-4B51-9E8D-24F967F723F4}" srcOrd="0" destOrd="0" presId="urn:microsoft.com/office/officeart/2005/8/layout/chevron1"/>
    <dgm:cxn modelId="{BD363062-D992-413C-8E2C-28D26B3F6B99}" srcId="{72C472DD-9FB8-43DD-B99D-DA4CD0D7421C}" destId="{9B27C46B-2810-4D39-B3DB-C46118FE19B5}" srcOrd="4" destOrd="0" parTransId="{8447E760-1B04-4801-8DC0-83BDE51BAB0D}" sibTransId="{9FDFAC56-72F5-4AAF-AE24-3CFF2E5000D8}"/>
    <dgm:cxn modelId="{6430D04F-C2B7-488F-97F7-2034234B59FE}" type="presOf" srcId="{9DB3D188-9020-4B90-92F8-FDCC2C0A3DD0}" destId="{5E50135D-1C70-4C96-8B61-0A0DAC740D98}" srcOrd="0" destOrd="0" presId="urn:microsoft.com/office/officeart/2005/8/layout/chevron1"/>
    <dgm:cxn modelId="{D5AA5577-7B0B-472B-9FD0-6ADCF94FCE12}" type="presOf" srcId="{72C472DD-9FB8-43DD-B99D-DA4CD0D7421C}" destId="{0F5298A7-0163-43CE-AB35-73EAF0D18E88}" srcOrd="0" destOrd="0" presId="urn:microsoft.com/office/officeart/2005/8/layout/chevron1"/>
    <dgm:cxn modelId="{CA9C467C-A53C-4451-8FAE-CF2726433872}" srcId="{72C472DD-9FB8-43DD-B99D-DA4CD0D7421C}" destId="{075E4FCA-C077-4886-9705-871EC7D6D39D}" srcOrd="7" destOrd="0" parTransId="{E1C8B413-D39A-4CCA-83E0-BDD75F393A8E}" sibTransId="{FF02E64F-2A47-4337-87AC-578988B11D12}"/>
    <dgm:cxn modelId="{8CDA5687-0447-4836-BB2E-FFA93187FBB7}" srcId="{72C472DD-9FB8-43DD-B99D-DA4CD0D7421C}" destId="{F6BB4D27-9DD8-469C-821B-644B5D11AC1B}" srcOrd="2" destOrd="0" parTransId="{7F024FE8-E991-496C-9E3A-4BFD47C57EE3}" sibTransId="{FEE14FC5-3325-4F36-905D-279211F83B42}"/>
    <dgm:cxn modelId="{371E3EAA-0516-4C54-B999-3F911D56593A}" srcId="{72C472DD-9FB8-43DD-B99D-DA4CD0D7421C}" destId="{9DB3D188-9020-4B90-92F8-FDCC2C0A3DD0}" srcOrd="3" destOrd="0" parTransId="{A36A2026-3D13-441B-96AC-9C8093046815}" sibTransId="{0566CD23-E947-4604-B613-C253AE5505D6}"/>
    <dgm:cxn modelId="{78C37EAA-C310-48D8-8EFC-DC1736543CB6}" type="presOf" srcId="{F6BB4D27-9DD8-469C-821B-644B5D11AC1B}" destId="{3965C207-2DEC-4945-9007-3775A1828116}" srcOrd="0" destOrd="0" presId="urn:microsoft.com/office/officeart/2005/8/layout/chevron1"/>
    <dgm:cxn modelId="{278DE3B9-C464-4DEA-B434-E8044D35BDA1}" type="presOf" srcId="{D9DD3DF1-74A9-4892-8C45-FCA0E621F361}" destId="{E97C5053-1DC7-42E2-B91A-350A839AC74E}" srcOrd="0" destOrd="0" presId="urn:microsoft.com/office/officeart/2005/8/layout/chevron1"/>
    <dgm:cxn modelId="{45F036C1-932F-436F-BFE5-3A773B2375FC}" type="presOf" srcId="{21F5E0CE-E8CD-4C40-ACE9-442B9387F259}" destId="{AB795F26-D105-4BA0-8E39-D40B2D1E486A}" srcOrd="0" destOrd="0" presId="urn:microsoft.com/office/officeart/2005/8/layout/chevron1"/>
    <dgm:cxn modelId="{BBC697C3-B4AB-4A43-B3F5-C6A972B569BD}" srcId="{72C472DD-9FB8-43DD-B99D-DA4CD0D7421C}" destId="{21F5E0CE-E8CD-4C40-ACE9-442B9387F259}" srcOrd="0" destOrd="0" parTransId="{74CAB7DD-6239-4E03-95F3-63FD3CBBD32D}" sibTransId="{5EC96CBF-406B-450F-AE97-E97418E9E746}"/>
    <dgm:cxn modelId="{AD94EEDC-4D12-4B98-BA41-55B2EDA47215}" type="presOf" srcId="{075E4FCA-C077-4886-9705-871EC7D6D39D}" destId="{5E39D867-E666-42ED-9F6E-9045B4BDA254}" srcOrd="0" destOrd="0" presId="urn:microsoft.com/office/officeart/2005/8/layout/chevron1"/>
    <dgm:cxn modelId="{0D6C13E0-6FE8-48DC-92C5-1173A692DCB0}" srcId="{72C472DD-9FB8-43DD-B99D-DA4CD0D7421C}" destId="{D9DD3DF1-74A9-4892-8C45-FCA0E621F361}" srcOrd="5" destOrd="0" parTransId="{0DB6C401-4FCE-40D1-BF3B-5777F0F54B77}" sibTransId="{E2F202DA-433C-468C-A76D-75DD20E0B16B}"/>
    <dgm:cxn modelId="{22FA2211-42CB-496A-8D11-C1108B796C46}" type="presParOf" srcId="{0F5298A7-0163-43CE-AB35-73EAF0D18E88}" destId="{AB795F26-D105-4BA0-8E39-D40B2D1E486A}" srcOrd="0" destOrd="0" presId="urn:microsoft.com/office/officeart/2005/8/layout/chevron1"/>
    <dgm:cxn modelId="{D11F544A-A649-40AC-A6DA-AD847773F3C0}" type="presParOf" srcId="{0F5298A7-0163-43CE-AB35-73EAF0D18E88}" destId="{92A465D6-011D-47A8-8467-9525988E8636}" srcOrd="1" destOrd="0" presId="urn:microsoft.com/office/officeart/2005/8/layout/chevron1"/>
    <dgm:cxn modelId="{4AE807E3-0522-40E7-90FF-73D1A8C6D7C4}" type="presParOf" srcId="{0F5298A7-0163-43CE-AB35-73EAF0D18E88}" destId="{D11477C4-FE8B-456A-A4B2-56A16E66F75C}" srcOrd="2" destOrd="0" presId="urn:microsoft.com/office/officeart/2005/8/layout/chevron1"/>
    <dgm:cxn modelId="{868625CA-7969-4787-8DD3-B4B93B26C33C}" type="presParOf" srcId="{0F5298A7-0163-43CE-AB35-73EAF0D18E88}" destId="{3BA788ED-61B1-4F4F-8987-7EBF33DDF8DD}" srcOrd="3" destOrd="0" presId="urn:microsoft.com/office/officeart/2005/8/layout/chevron1"/>
    <dgm:cxn modelId="{C634F17F-0E7C-4A74-A566-2FFB63B9AB4C}" type="presParOf" srcId="{0F5298A7-0163-43CE-AB35-73EAF0D18E88}" destId="{3965C207-2DEC-4945-9007-3775A1828116}" srcOrd="4" destOrd="0" presId="urn:microsoft.com/office/officeart/2005/8/layout/chevron1"/>
    <dgm:cxn modelId="{860605DA-3109-4B9E-8D71-1068B56CC8D9}" type="presParOf" srcId="{0F5298A7-0163-43CE-AB35-73EAF0D18E88}" destId="{B4779E77-4CF5-4C1B-8501-52F56B76CA04}" srcOrd="5" destOrd="0" presId="urn:microsoft.com/office/officeart/2005/8/layout/chevron1"/>
    <dgm:cxn modelId="{F823188E-4668-44DF-B726-2A7BBD938FAC}" type="presParOf" srcId="{0F5298A7-0163-43CE-AB35-73EAF0D18E88}" destId="{5E50135D-1C70-4C96-8B61-0A0DAC740D98}" srcOrd="6" destOrd="0" presId="urn:microsoft.com/office/officeart/2005/8/layout/chevron1"/>
    <dgm:cxn modelId="{8202CF77-F537-402F-9809-984F9783E4A9}" type="presParOf" srcId="{0F5298A7-0163-43CE-AB35-73EAF0D18E88}" destId="{49063B26-76CF-4790-A741-00C5179E4311}" srcOrd="7" destOrd="0" presId="urn:microsoft.com/office/officeart/2005/8/layout/chevron1"/>
    <dgm:cxn modelId="{73EA3326-2F86-4736-B0B3-3FC1FDDF5CEF}" type="presParOf" srcId="{0F5298A7-0163-43CE-AB35-73EAF0D18E88}" destId="{032D4351-ED52-4B51-9E8D-24F967F723F4}" srcOrd="8" destOrd="0" presId="urn:microsoft.com/office/officeart/2005/8/layout/chevron1"/>
    <dgm:cxn modelId="{13475279-22F7-42C4-9116-14D9AC9B36AD}" type="presParOf" srcId="{0F5298A7-0163-43CE-AB35-73EAF0D18E88}" destId="{2FB023E8-6D48-4E7A-BAEE-D6EBEF2DA9DE}" srcOrd="9" destOrd="0" presId="urn:microsoft.com/office/officeart/2005/8/layout/chevron1"/>
    <dgm:cxn modelId="{80C3716B-99EE-4893-A2EA-DCBFB291EC98}" type="presParOf" srcId="{0F5298A7-0163-43CE-AB35-73EAF0D18E88}" destId="{E97C5053-1DC7-42E2-B91A-350A839AC74E}" srcOrd="10" destOrd="0" presId="urn:microsoft.com/office/officeart/2005/8/layout/chevron1"/>
    <dgm:cxn modelId="{7C73AB69-583E-4B87-AC16-BACB74DBE00F}" type="presParOf" srcId="{0F5298A7-0163-43CE-AB35-73EAF0D18E88}" destId="{0835F9FA-46D2-494C-B347-4ADD2E1F0C77}" srcOrd="11" destOrd="0" presId="urn:microsoft.com/office/officeart/2005/8/layout/chevron1"/>
    <dgm:cxn modelId="{1F18B0E4-6244-4D16-8E9D-8858016FBB00}" type="presParOf" srcId="{0F5298A7-0163-43CE-AB35-73EAF0D18E88}" destId="{F2D68CA6-1874-49FB-B584-A4CF53B7900B}" srcOrd="12" destOrd="0" presId="urn:microsoft.com/office/officeart/2005/8/layout/chevron1"/>
    <dgm:cxn modelId="{32234AEC-564C-4846-B0EC-109F52315148}" type="presParOf" srcId="{0F5298A7-0163-43CE-AB35-73EAF0D18E88}" destId="{DD956A57-5C23-4795-AAD8-8FDC4B69E056}" srcOrd="13" destOrd="0" presId="urn:microsoft.com/office/officeart/2005/8/layout/chevron1"/>
    <dgm:cxn modelId="{3EC967B7-73CA-44A3-808A-444FED6C45AF}" type="presParOf" srcId="{0F5298A7-0163-43CE-AB35-73EAF0D18E88}" destId="{5E39D867-E666-42ED-9F6E-9045B4BDA254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D6E50BA-3F18-47B8-B25A-6557600F2380}" type="doc">
      <dgm:prSet loTypeId="urn:microsoft.com/office/officeart/2005/8/layout/hList1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it-IT"/>
        </a:p>
      </dgm:t>
    </dgm:pt>
    <dgm:pt modelId="{CBBD4623-E122-406D-9A14-B53415718B9A}">
      <dgm:prSet phldrT="[Testo]" phldr="0"/>
      <dgm:spPr/>
      <dgm:t>
        <a:bodyPr/>
        <a:lstStyle/>
        <a:p>
          <a:r>
            <a:rPr lang="it-IT">
              <a:latin typeface="Aptos Display" panose="02110004020202020204"/>
            </a:rPr>
            <a:t>FM</a:t>
          </a:r>
          <a:endParaRPr lang="it-IT"/>
        </a:p>
      </dgm:t>
    </dgm:pt>
    <dgm:pt modelId="{639E55B3-0CC2-4226-8DB2-F29E6A436A5B}" type="parTrans" cxnId="{36B16394-1310-4812-B1C3-E67C0B9BAA90}">
      <dgm:prSet/>
      <dgm:spPr/>
      <dgm:t>
        <a:bodyPr/>
        <a:lstStyle/>
        <a:p>
          <a:endParaRPr lang="it-IT"/>
        </a:p>
      </dgm:t>
    </dgm:pt>
    <dgm:pt modelId="{4706C78D-F673-4C9D-815E-1015782AFE8C}" type="sibTrans" cxnId="{36B16394-1310-4812-B1C3-E67C0B9BAA90}">
      <dgm:prSet/>
      <dgm:spPr/>
      <dgm:t>
        <a:bodyPr/>
        <a:lstStyle/>
        <a:p>
          <a:endParaRPr lang="it-IT"/>
        </a:p>
      </dgm:t>
    </dgm:pt>
    <dgm:pt modelId="{894FD693-EBF7-4208-BDAC-FD5AEE0071A0}">
      <dgm:prSet phldrT="[Testo]" phldr="0"/>
      <dgm:spPr/>
      <dgm:t>
        <a:bodyPr/>
        <a:lstStyle/>
        <a:p>
          <a:r>
            <a:rPr lang="it-IT">
              <a:latin typeface="Aptos Display" panose="02110004020202020204"/>
            </a:rPr>
            <a:t>0.94</a:t>
          </a:r>
          <a:endParaRPr lang="it-IT"/>
        </a:p>
      </dgm:t>
    </dgm:pt>
    <dgm:pt modelId="{EBF7B65F-D6B7-472B-AD1A-AB46A1A31316}" type="parTrans" cxnId="{1AFA743C-31A0-4E8B-B4ED-63C8D741D889}">
      <dgm:prSet/>
      <dgm:spPr/>
      <dgm:t>
        <a:bodyPr/>
        <a:lstStyle/>
        <a:p>
          <a:endParaRPr lang="it-IT"/>
        </a:p>
      </dgm:t>
    </dgm:pt>
    <dgm:pt modelId="{AA8666B1-F48A-47C8-B905-D597C413413B}" type="sibTrans" cxnId="{1AFA743C-31A0-4E8B-B4ED-63C8D741D889}">
      <dgm:prSet/>
      <dgm:spPr/>
      <dgm:t>
        <a:bodyPr/>
        <a:lstStyle/>
        <a:p>
          <a:endParaRPr lang="it-IT"/>
        </a:p>
      </dgm:t>
    </dgm:pt>
    <dgm:pt modelId="{B574D02E-1C9B-40B1-B438-598E2C586CC6}">
      <dgm:prSet phldrT="[Testo]" phldr="0"/>
      <dgm:spPr/>
      <dgm:t>
        <a:bodyPr/>
        <a:lstStyle/>
        <a:p>
          <a:r>
            <a:rPr lang="it-IT">
              <a:latin typeface="Aptos Display" panose="02110004020202020204"/>
            </a:rPr>
            <a:t>CM</a:t>
          </a:r>
          <a:endParaRPr lang="it-IT"/>
        </a:p>
      </dgm:t>
    </dgm:pt>
    <dgm:pt modelId="{6856117C-E078-4B91-8180-88362969FB8D}" type="parTrans" cxnId="{687CBF28-2DAE-4E40-8529-353A7B8CEF45}">
      <dgm:prSet/>
      <dgm:spPr/>
      <dgm:t>
        <a:bodyPr/>
        <a:lstStyle/>
        <a:p>
          <a:endParaRPr lang="it-IT"/>
        </a:p>
      </dgm:t>
    </dgm:pt>
    <dgm:pt modelId="{1FBFFDFA-3740-42AD-8CC0-3DD449C694D6}" type="sibTrans" cxnId="{687CBF28-2DAE-4E40-8529-353A7B8CEF45}">
      <dgm:prSet/>
      <dgm:spPr/>
      <dgm:t>
        <a:bodyPr/>
        <a:lstStyle/>
        <a:p>
          <a:endParaRPr lang="it-IT"/>
        </a:p>
      </dgm:t>
    </dgm:pt>
    <dgm:pt modelId="{49ED2BC4-031F-4714-BF35-F6C20A5C63F5}">
      <dgm:prSet phldrT="[Testo]" phldr="0"/>
      <dgm:spPr/>
      <dgm:t>
        <a:bodyPr/>
        <a:lstStyle/>
        <a:p>
          <a:r>
            <a:rPr lang="it-IT">
              <a:latin typeface="Aptos Display" panose="02110004020202020204"/>
            </a:rPr>
            <a:t>1</a:t>
          </a:r>
          <a:endParaRPr lang="it-IT"/>
        </a:p>
      </dgm:t>
    </dgm:pt>
    <dgm:pt modelId="{B7E47C16-4DBD-4B16-84A0-6E3CAA155B61}" type="parTrans" cxnId="{C0D00EA2-D85A-4799-BCCA-58964C7767EC}">
      <dgm:prSet/>
      <dgm:spPr/>
      <dgm:t>
        <a:bodyPr/>
        <a:lstStyle/>
        <a:p>
          <a:endParaRPr lang="it-IT"/>
        </a:p>
      </dgm:t>
    </dgm:pt>
    <dgm:pt modelId="{8AEAAF81-A649-4142-93C5-D6843780CED6}" type="sibTrans" cxnId="{C0D00EA2-D85A-4799-BCCA-58964C7767EC}">
      <dgm:prSet/>
      <dgm:spPr/>
      <dgm:t>
        <a:bodyPr/>
        <a:lstStyle/>
        <a:p>
          <a:endParaRPr lang="it-IT"/>
        </a:p>
      </dgm:t>
    </dgm:pt>
    <dgm:pt modelId="{2B51917A-85A8-42E3-9A2A-6F7E620232C6}">
      <dgm:prSet phldrT="[Testo]" phldr="0"/>
      <dgm:spPr/>
      <dgm:t>
        <a:bodyPr/>
        <a:lstStyle/>
        <a:p>
          <a:r>
            <a:rPr lang="it-IT">
              <a:latin typeface="Aptos Display" panose="02110004020202020204"/>
            </a:rPr>
            <a:t>CR</a:t>
          </a:r>
          <a:endParaRPr lang="it-IT"/>
        </a:p>
      </dgm:t>
    </dgm:pt>
    <dgm:pt modelId="{A899608D-C071-4D0A-9022-392F64951004}" type="parTrans" cxnId="{B6247D44-9A93-403F-A456-1F42439DCCC9}">
      <dgm:prSet/>
      <dgm:spPr/>
      <dgm:t>
        <a:bodyPr/>
        <a:lstStyle/>
        <a:p>
          <a:endParaRPr lang="it-IT"/>
        </a:p>
      </dgm:t>
    </dgm:pt>
    <dgm:pt modelId="{EC27614A-A11E-483E-9CCB-197046C7FC45}" type="sibTrans" cxnId="{B6247D44-9A93-403F-A456-1F42439DCCC9}">
      <dgm:prSet/>
      <dgm:spPr/>
      <dgm:t>
        <a:bodyPr/>
        <a:lstStyle/>
        <a:p>
          <a:endParaRPr lang="it-IT"/>
        </a:p>
      </dgm:t>
    </dgm:pt>
    <dgm:pt modelId="{07233F01-530D-4185-BD04-1D7CD2905E77}">
      <dgm:prSet phldrT="[Testo]" phldr="0"/>
      <dgm:spPr/>
      <dgm:t>
        <a:bodyPr/>
        <a:lstStyle/>
        <a:p>
          <a:r>
            <a:rPr lang="it-IT">
              <a:latin typeface="Aptos Display" panose="02110004020202020204"/>
            </a:rPr>
            <a:t>0.88</a:t>
          </a:r>
          <a:endParaRPr lang="it-IT"/>
        </a:p>
      </dgm:t>
    </dgm:pt>
    <dgm:pt modelId="{B95307E9-8C19-4610-BF57-F368FFFC3630}" type="parTrans" cxnId="{716EE80D-A448-4E04-AF2E-853B6E4F04B4}">
      <dgm:prSet/>
      <dgm:spPr/>
      <dgm:t>
        <a:bodyPr/>
        <a:lstStyle/>
        <a:p>
          <a:endParaRPr lang="it-IT"/>
        </a:p>
      </dgm:t>
    </dgm:pt>
    <dgm:pt modelId="{B56A2245-8186-4A6C-BF1C-918D97E08062}" type="sibTrans" cxnId="{716EE80D-A448-4E04-AF2E-853B6E4F04B4}">
      <dgm:prSet/>
      <dgm:spPr/>
      <dgm:t>
        <a:bodyPr/>
        <a:lstStyle/>
        <a:p>
          <a:endParaRPr lang="it-IT"/>
        </a:p>
      </dgm:t>
    </dgm:pt>
    <dgm:pt modelId="{5E345B79-BF25-490E-9DCA-D2115079AD74}" type="pres">
      <dgm:prSet presAssocID="{9D6E50BA-3F18-47B8-B25A-6557600F2380}" presName="Name0" presStyleCnt="0">
        <dgm:presLayoutVars>
          <dgm:dir/>
          <dgm:animLvl val="lvl"/>
          <dgm:resizeHandles val="exact"/>
        </dgm:presLayoutVars>
      </dgm:prSet>
      <dgm:spPr/>
    </dgm:pt>
    <dgm:pt modelId="{008524C1-39CD-420B-B78A-E5CE9B9A4B3F}" type="pres">
      <dgm:prSet presAssocID="{CBBD4623-E122-406D-9A14-B53415718B9A}" presName="composite" presStyleCnt="0"/>
      <dgm:spPr/>
    </dgm:pt>
    <dgm:pt modelId="{77F212D6-4F64-4CF9-B9B2-FC3C913D05EF}" type="pres">
      <dgm:prSet presAssocID="{CBBD4623-E122-406D-9A14-B53415718B9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9B03636-FEAF-47AE-B366-979892DF416B}" type="pres">
      <dgm:prSet presAssocID="{CBBD4623-E122-406D-9A14-B53415718B9A}" presName="desTx" presStyleLbl="alignAccFollowNode1" presStyleIdx="0" presStyleCnt="3">
        <dgm:presLayoutVars>
          <dgm:bulletEnabled val="1"/>
        </dgm:presLayoutVars>
      </dgm:prSet>
      <dgm:spPr/>
    </dgm:pt>
    <dgm:pt modelId="{E7CBD402-913D-44B0-A0C2-6B8012FD254A}" type="pres">
      <dgm:prSet presAssocID="{4706C78D-F673-4C9D-815E-1015782AFE8C}" presName="space" presStyleCnt="0"/>
      <dgm:spPr/>
    </dgm:pt>
    <dgm:pt modelId="{4A0DE933-FF48-45E9-B04D-28A4A1CD0320}" type="pres">
      <dgm:prSet presAssocID="{B574D02E-1C9B-40B1-B438-598E2C586CC6}" presName="composite" presStyleCnt="0"/>
      <dgm:spPr/>
    </dgm:pt>
    <dgm:pt modelId="{C35AD9F6-0AC3-4728-A774-D1484B855060}" type="pres">
      <dgm:prSet presAssocID="{B574D02E-1C9B-40B1-B438-598E2C586CC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2C11810E-650F-4AF0-AA14-E485FA13F93D}" type="pres">
      <dgm:prSet presAssocID="{B574D02E-1C9B-40B1-B438-598E2C586CC6}" presName="desTx" presStyleLbl="alignAccFollowNode1" presStyleIdx="1" presStyleCnt="3">
        <dgm:presLayoutVars>
          <dgm:bulletEnabled val="1"/>
        </dgm:presLayoutVars>
      </dgm:prSet>
      <dgm:spPr/>
    </dgm:pt>
    <dgm:pt modelId="{0600A0BC-3287-498A-B460-3800216449F0}" type="pres">
      <dgm:prSet presAssocID="{1FBFFDFA-3740-42AD-8CC0-3DD449C694D6}" presName="space" presStyleCnt="0"/>
      <dgm:spPr/>
    </dgm:pt>
    <dgm:pt modelId="{AC954195-13C0-491D-AFBA-A42FEB62AE61}" type="pres">
      <dgm:prSet presAssocID="{2B51917A-85A8-42E3-9A2A-6F7E620232C6}" presName="composite" presStyleCnt="0"/>
      <dgm:spPr/>
    </dgm:pt>
    <dgm:pt modelId="{D61D95FE-C101-4723-B9E2-C4AAA417D67E}" type="pres">
      <dgm:prSet presAssocID="{2B51917A-85A8-42E3-9A2A-6F7E620232C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6735E8D-FD4A-4FAE-8A84-E5BDBC64C8DE}" type="pres">
      <dgm:prSet presAssocID="{2B51917A-85A8-42E3-9A2A-6F7E620232C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16EE80D-A448-4E04-AF2E-853B6E4F04B4}" srcId="{2B51917A-85A8-42E3-9A2A-6F7E620232C6}" destId="{07233F01-530D-4185-BD04-1D7CD2905E77}" srcOrd="0" destOrd="0" parTransId="{B95307E9-8C19-4610-BF57-F368FFFC3630}" sibTransId="{B56A2245-8186-4A6C-BF1C-918D97E08062}"/>
    <dgm:cxn modelId="{687CBF28-2DAE-4E40-8529-353A7B8CEF45}" srcId="{9D6E50BA-3F18-47B8-B25A-6557600F2380}" destId="{B574D02E-1C9B-40B1-B438-598E2C586CC6}" srcOrd="1" destOrd="0" parTransId="{6856117C-E078-4B91-8180-88362969FB8D}" sibTransId="{1FBFFDFA-3740-42AD-8CC0-3DD449C694D6}"/>
    <dgm:cxn modelId="{1AFA743C-31A0-4E8B-B4ED-63C8D741D889}" srcId="{CBBD4623-E122-406D-9A14-B53415718B9A}" destId="{894FD693-EBF7-4208-BDAC-FD5AEE0071A0}" srcOrd="0" destOrd="0" parTransId="{EBF7B65F-D6B7-472B-AD1A-AB46A1A31316}" sibTransId="{AA8666B1-F48A-47C8-B905-D597C413413B}"/>
    <dgm:cxn modelId="{07FB5C3F-F80E-40F6-93DE-FF8E4667810A}" type="presOf" srcId="{9D6E50BA-3F18-47B8-B25A-6557600F2380}" destId="{5E345B79-BF25-490E-9DCA-D2115079AD74}" srcOrd="0" destOrd="0" presId="urn:microsoft.com/office/officeart/2005/8/layout/hList1"/>
    <dgm:cxn modelId="{7917985F-A601-4560-B329-CACD5B9EE87C}" type="presOf" srcId="{894FD693-EBF7-4208-BDAC-FD5AEE0071A0}" destId="{29B03636-FEAF-47AE-B366-979892DF416B}" srcOrd="0" destOrd="0" presId="urn:microsoft.com/office/officeart/2005/8/layout/hList1"/>
    <dgm:cxn modelId="{B6247D44-9A93-403F-A456-1F42439DCCC9}" srcId="{9D6E50BA-3F18-47B8-B25A-6557600F2380}" destId="{2B51917A-85A8-42E3-9A2A-6F7E620232C6}" srcOrd="2" destOrd="0" parTransId="{A899608D-C071-4D0A-9022-392F64951004}" sibTransId="{EC27614A-A11E-483E-9CCB-197046C7FC45}"/>
    <dgm:cxn modelId="{33E52F4A-1554-4F25-9F14-75D5FB18BE6D}" type="presOf" srcId="{49ED2BC4-031F-4714-BF35-F6C20A5C63F5}" destId="{2C11810E-650F-4AF0-AA14-E485FA13F93D}" srcOrd="0" destOrd="0" presId="urn:microsoft.com/office/officeart/2005/8/layout/hList1"/>
    <dgm:cxn modelId="{C8031B77-E400-4305-B622-A86A390C96DC}" type="presOf" srcId="{CBBD4623-E122-406D-9A14-B53415718B9A}" destId="{77F212D6-4F64-4CF9-B9B2-FC3C913D05EF}" srcOrd="0" destOrd="0" presId="urn:microsoft.com/office/officeart/2005/8/layout/hList1"/>
    <dgm:cxn modelId="{06C3FF58-6A54-4BD4-B526-7F9B600934F0}" type="presOf" srcId="{07233F01-530D-4185-BD04-1D7CD2905E77}" destId="{56735E8D-FD4A-4FAE-8A84-E5BDBC64C8DE}" srcOrd="0" destOrd="0" presId="urn:microsoft.com/office/officeart/2005/8/layout/hList1"/>
    <dgm:cxn modelId="{8F097F89-8A9F-4AD1-BDDB-E9D75C254297}" type="presOf" srcId="{2B51917A-85A8-42E3-9A2A-6F7E620232C6}" destId="{D61D95FE-C101-4723-B9E2-C4AAA417D67E}" srcOrd="0" destOrd="0" presId="urn:microsoft.com/office/officeart/2005/8/layout/hList1"/>
    <dgm:cxn modelId="{36B16394-1310-4812-B1C3-E67C0B9BAA90}" srcId="{9D6E50BA-3F18-47B8-B25A-6557600F2380}" destId="{CBBD4623-E122-406D-9A14-B53415718B9A}" srcOrd="0" destOrd="0" parTransId="{639E55B3-0CC2-4226-8DB2-F29E6A436A5B}" sibTransId="{4706C78D-F673-4C9D-815E-1015782AFE8C}"/>
    <dgm:cxn modelId="{C0D00EA2-D85A-4799-BCCA-58964C7767EC}" srcId="{B574D02E-1C9B-40B1-B438-598E2C586CC6}" destId="{49ED2BC4-031F-4714-BF35-F6C20A5C63F5}" srcOrd="0" destOrd="0" parTransId="{B7E47C16-4DBD-4B16-84A0-6E3CAA155B61}" sibTransId="{8AEAAF81-A649-4142-93C5-D6843780CED6}"/>
    <dgm:cxn modelId="{388D68B0-00A5-4147-BEFD-72F52A92EB88}" type="presOf" srcId="{B574D02E-1C9B-40B1-B438-598E2C586CC6}" destId="{C35AD9F6-0AC3-4728-A774-D1484B855060}" srcOrd="0" destOrd="0" presId="urn:microsoft.com/office/officeart/2005/8/layout/hList1"/>
    <dgm:cxn modelId="{ED2210AF-E464-44E4-B35B-D582ABB0004F}" type="presParOf" srcId="{5E345B79-BF25-490E-9DCA-D2115079AD74}" destId="{008524C1-39CD-420B-B78A-E5CE9B9A4B3F}" srcOrd="0" destOrd="0" presId="urn:microsoft.com/office/officeart/2005/8/layout/hList1"/>
    <dgm:cxn modelId="{06314B13-5B51-491E-8DBB-037A2D0F1B08}" type="presParOf" srcId="{008524C1-39CD-420B-B78A-E5CE9B9A4B3F}" destId="{77F212D6-4F64-4CF9-B9B2-FC3C913D05EF}" srcOrd="0" destOrd="0" presId="urn:microsoft.com/office/officeart/2005/8/layout/hList1"/>
    <dgm:cxn modelId="{CE691723-E4AC-4855-BC54-4B11AB8D0FC1}" type="presParOf" srcId="{008524C1-39CD-420B-B78A-E5CE9B9A4B3F}" destId="{29B03636-FEAF-47AE-B366-979892DF416B}" srcOrd="1" destOrd="0" presId="urn:microsoft.com/office/officeart/2005/8/layout/hList1"/>
    <dgm:cxn modelId="{AD4668D2-C887-44BA-A321-9FBB518C0834}" type="presParOf" srcId="{5E345B79-BF25-490E-9DCA-D2115079AD74}" destId="{E7CBD402-913D-44B0-A0C2-6B8012FD254A}" srcOrd="1" destOrd="0" presId="urn:microsoft.com/office/officeart/2005/8/layout/hList1"/>
    <dgm:cxn modelId="{1560E81C-5F4F-4F72-8278-6CAC28F1EB2F}" type="presParOf" srcId="{5E345B79-BF25-490E-9DCA-D2115079AD74}" destId="{4A0DE933-FF48-45E9-B04D-28A4A1CD0320}" srcOrd="2" destOrd="0" presId="urn:microsoft.com/office/officeart/2005/8/layout/hList1"/>
    <dgm:cxn modelId="{365985FD-CC0E-47C2-BA00-4294DF69B9DB}" type="presParOf" srcId="{4A0DE933-FF48-45E9-B04D-28A4A1CD0320}" destId="{C35AD9F6-0AC3-4728-A774-D1484B855060}" srcOrd="0" destOrd="0" presId="urn:microsoft.com/office/officeart/2005/8/layout/hList1"/>
    <dgm:cxn modelId="{802F6AC3-4FE9-4229-9CE6-21C56EF8B7E0}" type="presParOf" srcId="{4A0DE933-FF48-45E9-B04D-28A4A1CD0320}" destId="{2C11810E-650F-4AF0-AA14-E485FA13F93D}" srcOrd="1" destOrd="0" presId="urn:microsoft.com/office/officeart/2005/8/layout/hList1"/>
    <dgm:cxn modelId="{2714BCE6-2B4D-4DE3-81CE-898B744F0D7C}" type="presParOf" srcId="{5E345B79-BF25-490E-9DCA-D2115079AD74}" destId="{0600A0BC-3287-498A-B460-3800216449F0}" srcOrd="3" destOrd="0" presId="urn:microsoft.com/office/officeart/2005/8/layout/hList1"/>
    <dgm:cxn modelId="{A73E60E7-F002-47C8-8F3D-9D3529A90701}" type="presParOf" srcId="{5E345B79-BF25-490E-9DCA-D2115079AD74}" destId="{AC954195-13C0-491D-AFBA-A42FEB62AE61}" srcOrd="4" destOrd="0" presId="urn:microsoft.com/office/officeart/2005/8/layout/hList1"/>
    <dgm:cxn modelId="{B9AD1A41-B89E-4F9F-BC1F-BD4256E852CF}" type="presParOf" srcId="{AC954195-13C0-491D-AFBA-A42FEB62AE61}" destId="{D61D95FE-C101-4723-B9E2-C4AAA417D67E}" srcOrd="0" destOrd="0" presId="urn:microsoft.com/office/officeart/2005/8/layout/hList1"/>
    <dgm:cxn modelId="{0FE61159-F4F2-4462-AD39-9A5F4174BC79}" type="presParOf" srcId="{AC954195-13C0-491D-AFBA-A42FEB62AE61}" destId="{56735E8D-FD4A-4FAE-8A84-E5BDBC64C8D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F01BC14-E241-4B32-B0AD-BC8046970605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it-IT"/>
        </a:p>
      </dgm:t>
    </dgm:pt>
    <dgm:pt modelId="{73145BCD-49B2-470B-8115-E64206D237A0}">
      <dgm:prSet phldrT="[Testo]" phldr="0"/>
      <dgm:spPr/>
      <dgm:t>
        <a:bodyPr/>
        <a:lstStyle/>
        <a:p>
          <a:r>
            <a:rPr lang="it-IT">
              <a:latin typeface="Aptos Display" panose="02110004020202020204"/>
            </a:rPr>
            <a:t>FM</a:t>
          </a:r>
          <a:endParaRPr lang="it-IT"/>
        </a:p>
      </dgm:t>
    </dgm:pt>
    <dgm:pt modelId="{9DB73228-45E1-47B6-8618-38A956987251}" type="parTrans" cxnId="{AEEE538A-37CD-4812-8468-64ED15B9CE5C}">
      <dgm:prSet/>
      <dgm:spPr/>
      <dgm:t>
        <a:bodyPr/>
        <a:lstStyle/>
        <a:p>
          <a:endParaRPr lang="it-IT"/>
        </a:p>
      </dgm:t>
    </dgm:pt>
    <dgm:pt modelId="{DE0BEC5E-BDA0-432D-AF34-0833E4760235}" type="sibTrans" cxnId="{AEEE538A-37CD-4812-8468-64ED15B9CE5C}">
      <dgm:prSet/>
      <dgm:spPr/>
      <dgm:t>
        <a:bodyPr/>
        <a:lstStyle/>
        <a:p>
          <a:endParaRPr lang="it-IT"/>
        </a:p>
      </dgm:t>
    </dgm:pt>
    <dgm:pt modelId="{C6911511-63AC-4B1E-AE0A-44115166EB4E}">
      <dgm:prSet phldrT="[Testo]" phldr="0"/>
      <dgm:spPr/>
      <dgm:t>
        <a:bodyPr/>
        <a:lstStyle/>
        <a:p>
          <a:r>
            <a:rPr lang="it-IT">
              <a:latin typeface="Aptos Display" panose="02110004020202020204"/>
            </a:rPr>
            <a:t>0.60</a:t>
          </a:r>
          <a:endParaRPr lang="it-IT"/>
        </a:p>
      </dgm:t>
    </dgm:pt>
    <dgm:pt modelId="{18606BBE-0DED-4050-B047-E06B6FBFA402}" type="parTrans" cxnId="{94C7454C-917C-46A8-91CC-B9287881B06F}">
      <dgm:prSet/>
      <dgm:spPr/>
      <dgm:t>
        <a:bodyPr/>
        <a:lstStyle/>
        <a:p>
          <a:endParaRPr lang="it-IT"/>
        </a:p>
      </dgm:t>
    </dgm:pt>
    <dgm:pt modelId="{B3BDA06E-1A76-42CA-B0F3-7D18D7A7D3CE}" type="sibTrans" cxnId="{94C7454C-917C-46A8-91CC-B9287881B06F}">
      <dgm:prSet/>
      <dgm:spPr/>
      <dgm:t>
        <a:bodyPr/>
        <a:lstStyle/>
        <a:p>
          <a:endParaRPr lang="it-IT"/>
        </a:p>
      </dgm:t>
    </dgm:pt>
    <dgm:pt modelId="{D9EFB44B-DAC4-40A8-9B7B-09E3EA04713F}">
      <dgm:prSet phldrT="[Testo]" phldr="0"/>
      <dgm:spPr/>
      <dgm:t>
        <a:bodyPr/>
        <a:lstStyle/>
        <a:p>
          <a:r>
            <a:rPr lang="it-IT">
              <a:latin typeface="Aptos Display" panose="02110004020202020204"/>
            </a:rPr>
            <a:t>CM</a:t>
          </a:r>
          <a:endParaRPr lang="it-IT"/>
        </a:p>
      </dgm:t>
    </dgm:pt>
    <dgm:pt modelId="{A4209065-62CF-4AA8-B7D4-C6A23EC975A1}" type="parTrans" cxnId="{D9F46236-0BFB-4F17-8FB4-ABB078F495BA}">
      <dgm:prSet/>
      <dgm:spPr/>
      <dgm:t>
        <a:bodyPr/>
        <a:lstStyle/>
        <a:p>
          <a:endParaRPr lang="it-IT"/>
        </a:p>
      </dgm:t>
    </dgm:pt>
    <dgm:pt modelId="{9A3F603E-A5A9-4F53-93D4-F201B7A30F59}" type="sibTrans" cxnId="{D9F46236-0BFB-4F17-8FB4-ABB078F495BA}">
      <dgm:prSet/>
      <dgm:spPr/>
      <dgm:t>
        <a:bodyPr/>
        <a:lstStyle/>
        <a:p>
          <a:endParaRPr lang="it-IT"/>
        </a:p>
      </dgm:t>
    </dgm:pt>
    <dgm:pt modelId="{D9460C60-CE7A-49A0-BC48-EF9BF5E0A722}">
      <dgm:prSet phldrT="[Testo]" phldr="0"/>
      <dgm:spPr/>
      <dgm:t>
        <a:bodyPr/>
        <a:lstStyle/>
        <a:p>
          <a:r>
            <a:rPr lang="it-IT">
              <a:latin typeface="Aptos Display" panose="02110004020202020204"/>
            </a:rPr>
            <a:t>1</a:t>
          </a:r>
          <a:endParaRPr lang="it-IT"/>
        </a:p>
      </dgm:t>
    </dgm:pt>
    <dgm:pt modelId="{6132B7DF-6E15-4487-AC3E-74C288A115EC}" type="parTrans" cxnId="{B3337AB1-40F8-4A9C-A89C-425F62ADB8D6}">
      <dgm:prSet/>
      <dgm:spPr/>
      <dgm:t>
        <a:bodyPr/>
        <a:lstStyle/>
        <a:p>
          <a:endParaRPr lang="it-IT"/>
        </a:p>
      </dgm:t>
    </dgm:pt>
    <dgm:pt modelId="{CC4E4012-543C-4425-9E0C-88F176ED6645}" type="sibTrans" cxnId="{B3337AB1-40F8-4A9C-A89C-425F62ADB8D6}">
      <dgm:prSet/>
      <dgm:spPr/>
      <dgm:t>
        <a:bodyPr/>
        <a:lstStyle/>
        <a:p>
          <a:endParaRPr lang="it-IT"/>
        </a:p>
      </dgm:t>
    </dgm:pt>
    <dgm:pt modelId="{F6085499-51E8-49BA-B9FD-4C22F1CD2BD1}">
      <dgm:prSet phldrT="[Testo]" phldr="0"/>
      <dgm:spPr/>
      <dgm:t>
        <a:bodyPr/>
        <a:lstStyle/>
        <a:p>
          <a:r>
            <a:rPr lang="it-IT">
              <a:latin typeface="Aptos Display" panose="02110004020202020204"/>
            </a:rPr>
            <a:t>CR</a:t>
          </a:r>
          <a:endParaRPr lang="it-IT"/>
        </a:p>
      </dgm:t>
    </dgm:pt>
    <dgm:pt modelId="{776FC490-6FFF-4549-B15E-E1CFBAF59E57}" type="parTrans" cxnId="{7FA31CD2-D588-477C-B46E-F9A3D8EB6E93}">
      <dgm:prSet/>
      <dgm:spPr/>
      <dgm:t>
        <a:bodyPr/>
        <a:lstStyle/>
        <a:p>
          <a:endParaRPr lang="it-IT"/>
        </a:p>
      </dgm:t>
    </dgm:pt>
    <dgm:pt modelId="{EDAD07EA-C6D6-412A-94C1-E3E4673EB490}" type="sibTrans" cxnId="{7FA31CD2-D588-477C-B46E-F9A3D8EB6E93}">
      <dgm:prSet/>
      <dgm:spPr/>
      <dgm:t>
        <a:bodyPr/>
        <a:lstStyle/>
        <a:p>
          <a:endParaRPr lang="it-IT"/>
        </a:p>
      </dgm:t>
    </dgm:pt>
    <dgm:pt modelId="{A0553ACA-A1B1-4998-ADEE-28576B95335F}">
      <dgm:prSet phldrT="[Testo]" phldr="0"/>
      <dgm:spPr/>
      <dgm:t>
        <a:bodyPr/>
        <a:lstStyle/>
        <a:p>
          <a:r>
            <a:rPr lang="it-IT">
              <a:latin typeface="Aptos Display" panose="02110004020202020204"/>
            </a:rPr>
            <a:t>0.43</a:t>
          </a:r>
          <a:endParaRPr lang="it-IT"/>
        </a:p>
      </dgm:t>
    </dgm:pt>
    <dgm:pt modelId="{A3BB23CB-A254-4CEB-926B-1E846A51CB46}" type="parTrans" cxnId="{9F2BBEBB-4C1B-4C81-9DC2-B4CBD1241C61}">
      <dgm:prSet/>
      <dgm:spPr/>
      <dgm:t>
        <a:bodyPr/>
        <a:lstStyle/>
        <a:p>
          <a:endParaRPr lang="it-IT"/>
        </a:p>
      </dgm:t>
    </dgm:pt>
    <dgm:pt modelId="{6B456683-1561-4216-85D4-B8B9ACE1457B}" type="sibTrans" cxnId="{9F2BBEBB-4C1B-4C81-9DC2-B4CBD1241C61}">
      <dgm:prSet/>
      <dgm:spPr/>
      <dgm:t>
        <a:bodyPr/>
        <a:lstStyle/>
        <a:p>
          <a:endParaRPr lang="it-IT"/>
        </a:p>
      </dgm:t>
    </dgm:pt>
    <dgm:pt modelId="{4A47585E-96AC-447B-B22F-C47B604CC485}" type="pres">
      <dgm:prSet presAssocID="{EF01BC14-E241-4B32-B0AD-BC8046970605}" presName="Name0" presStyleCnt="0">
        <dgm:presLayoutVars>
          <dgm:dir/>
          <dgm:animLvl val="lvl"/>
          <dgm:resizeHandles val="exact"/>
        </dgm:presLayoutVars>
      </dgm:prSet>
      <dgm:spPr/>
    </dgm:pt>
    <dgm:pt modelId="{B810C790-EBF2-42F1-9932-63722734973E}" type="pres">
      <dgm:prSet presAssocID="{73145BCD-49B2-470B-8115-E64206D237A0}" presName="composite" presStyleCnt="0"/>
      <dgm:spPr/>
    </dgm:pt>
    <dgm:pt modelId="{9A9E8E26-4552-4FE4-A11C-10EFA8F03C62}" type="pres">
      <dgm:prSet presAssocID="{73145BCD-49B2-470B-8115-E64206D237A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9FA0293-7AC4-4FCA-AFA9-C729E6685A61}" type="pres">
      <dgm:prSet presAssocID="{73145BCD-49B2-470B-8115-E64206D237A0}" presName="desTx" presStyleLbl="alignAccFollowNode1" presStyleIdx="0" presStyleCnt="3">
        <dgm:presLayoutVars>
          <dgm:bulletEnabled val="1"/>
        </dgm:presLayoutVars>
      </dgm:prSet>
      <dgm:spPr/>
    </dgm:pt>
    <dgm:pt modelId="{ED9BC550-76CC-4922-BCB0-A1167CE0515E}" type="pres">
      <dgm:prSet presAssocID="{DE0BEC5E-BDA0-432D-AF34-0833E4760235}" presName="space" presStyleCnt="0"/>
      <dgm:spPr/>
    </dgm:pt>
    <dgm:pt modelId="{8FC92498-BE31-4C63-BF1C-5EBCA6C65328}" type="pres">
      <dgm:prSet presAssocID="{D9EFB44B-DAC4-40A8-9B7B-09E3EA04713F}" presName="composite" presStyleCnt="0"/>
      <dgm:spPr/>
    </dgm:pt>
    <dgm:pt modelId="{07EFAFFC-6AFF-44D6-8784-119A56BA102B}" type="pres">
      <dgm:prSet presAssocID="{D9EFB44B-DAC4-40A8-9B7B-09E3EA04713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C0A3C09-CA90-4721-848C-C48606132E0D}" type="pres">
      <dgm:prSet presAssocID="{D9EFB44B-DAC4-40A8-9B7B-09E3EA04713F}" presName="desTx" presStyleLbl="alignAccFollowNode1" presStyleIdx="1" presStyleCnt="3">
        <dgm:presLayoutVars>
          <dgm:bulletEnabled val="1"/>
        </dgm:presLayoutVars>
      </dgm:prSet>
      <dgm:spPr/>
    </dgm:pt>
    <dgm:pt modelId="{C29858E2-388D-4980-8991-33BB6B553083}" type="pres">
      <dgm:prSet presAssocID="{9A3F603E-A5A9-4F53-93D4-F201B7A30F59}" presName="space" presStyleCnt="0"/>
      <dgm:spPr/>
    </dgm:pt>
    <dgm:pt modelId="{813161A1-2E39-4F5B-9156-50AA4365E6D7}" type="pres">
      <dgm:prSet presAssocID="{F6085499-51E8-49BA-B9FD-4C22F1CD2BD1}" presName="composite" presStyleCnt="0"/>
      <dgm:spPr/>
    </dgm:pt>
    <dgm:pt modelId="{D2CFEA8B-54B4-41D9-BD5A-2222FDBAAB72}" type="pres">
      <dgm:prSet presAssocID="{F6085499-51E8-49BA-B9FD-4C22F1CD2BD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1A3B1E3-3DFE-4FD6-845E-1AC68A08E194}" type="pres">
      <dgm:prSet presAssocID="{F6085499-51E8-49BA-B9FD-4C22F1CD2BD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9F46236-0BFB-4F17-8FB4-ABB078F495BA}" srcId="{EF01BC14-E241-4B32-B0AD-BC8046970605}" destId="{D9EFB44B-DAC4-40A8-9B7B-09E3EA04713F}" srcOrd="1" destOrd="0" parTransId="{A4209065-62CF-4AA8-B7D4-C6A23EC975A1}" sibTransId="{9A3F603E-A5A9-4F53-93D4-F201B7A30F59}"/>
    <dgm:cxn modelId="{94C7454C-917C-46A8-91CC-B9287881B06F}" srcId="{73145BCD-49B2-470B-8115-E64206D237A0}" destId="{C6911511-63AC-4B1E-AE0A-44115166EB4E}" srcOrd="0" destOrd="0" parTransId="{18606BBE-0DED-4050-B047-E06B6FBFA402}" sibTransId="{B3BDA06E-1A76-42CA-B0F3-7D18D7A7D3CE}"/>
    <dgm:cxn modelId="{AEEE538A-37CD-4812-8468-64ED15B9CE5C}" srcId="{EF01BC14-E241-4B32-B0AD-BC8046970605}" destId="{73145BCD-49B2-470B-8115-E64206D237A0}" srcOrd="0" destOrd="0" parTransId="{9DB73228-45E1-47B6-8618-38A956987251}" sibTransId="{DE0BEC5E-BDA0-432D-AF34-0833E4760235}"/>
    <dgm:cxn modelId="{B3337AB1-40F8-4A9C-A89C-425F62ADB8D6}" srcId="{D9EFB44B-DAC4-40A8-9B7B-09E3EA04713F}" destId="{D9460C60-CE7A-49A0-BC48-EF9BF5E0A722}" srcOrd="0" destOrd="0" parTransId="{6132B7DF-6E15-4487-AC3E-74C288A115EC}" sibTransId="{CC4E4012-543C-4425-9E0C-88F176ED6645}"/>
    <dgm:cxn modelId="{4F4A52BB-64B5-4F26-8A40-3AEA180D1F7A}" type="presOf" srcId="{A0553ACA-A1B1-4998-ADEE-28576B95335F}" destId="{21A3B1E3-3DFE-4FD6-845E-1AC68A08E194}" srcOrd="0" destOrd="0" presId="urn:microsoft.com/office/officeart/2005/8/layout/hList1"/>
    <dgm:cxn modelId="{9F2BBEBB-4C1B-4C81-9DC2-B4CBD1241C61}" srcId="{F6085499-51E8-49BA-B9FD-4C22F1CD2BD1}" destId="{A0553ACA-A1B1-4998-ADEE-28576B95335F}" srcOrd="0" destOrd="0" parTransId="{A3BB23CB-A254-4CEB-926B-1E846A51CB46}" sibTransId="{6B456683-1561-4216-85D4-B8B9ACE1457B}"/>
    <dgm:cxn modelId="{441A98BF-BCD7-4C3E-9178-9D2352F4200C}" type="presOf" srcId="{EF01BC14-E241-4B32-B0AD-BC8046970605}" destId="{4A47585E-96AC-447B-B22F-C47B604CC485}" srcOrd="0" destOrd="0" presId="urn:microsoft.com/office/officeart/2005/8/layout/hList1"/>
    <dgm:cxn modelId="{7FA31CD2-D588-477C-B46E-F9A3D8EB6E93}" srcId="{EF01BC14-E241-4B32-B0AD-BC8046970605}" destId="{F6085499-51E8-49BA-B9FD-4C22F1CD2BD1}" srcOrd="2" destOrd="0" parTransId="{776FC490-6FFF-4549-B15E-E1CFBAF59E57}" sibTransId="{EDAD07EA-C6D6-412A-94C1-E3E4673EB490}"/>
    <dgm:cxn modelId="{4E1E35DA-753D-4A40-8935-0270CA1D7B6B}" type="presOf" srcId="{73145BCD-49B2-470B-8115-E64206D237A0}" destId="{9A9E8E26-4552-4FE4-A11C-10EFA8F03C62}" srcOrd="0" destOrd="0" presId="urn:microsoft.com/office/officeart/2005/8/layout/hList1"/>
    <dgm:cxn modelId="{F83C0EDE-0FA8-403D-8454-29EDC2C84E67}" type="presOf" srcId="{D9460C60-CE7A-49A0-BC48-EF9BF5E0A722}" destId="{6C0A3C09-CA90-4721-848C-C48606132E0D}" srcOrd="0" destOrd="0" presId="urn:microsoft.com/office/officeart/2005/8/layout/hList1"/>
    <dgm:cxn modelId="{8C86EBDE-1545-4D37-9B6F-B64421D29ADE}" type="presOf" srcId="{C6911511-63AC-4B1E-AE0A-44115166EB4E}" destId="{09FA0293-7AC4-4FCA-AFA9-C729E6685A61}" srcOrd="0" destOrd="0" presId="urn:microsoft.com/office/officeart/2005/8/layout/hList1"/>
    <dgm:cxn modelId="{80E265F0-6847-48F0-BCDF-475F783BB54C}" type="presOf" srcId="{F6085499-51E8-49BA-B9FD-4C22F1CD2BD1}" destId="{D2CFEA8B-54B4-41D9-BD5A-2222FDBAAB72}" srcOrd="0" destOrd="0" presId="urn:microsoft.com/office/officeart/2005/8/layout/hList1"/>
    <dgm:cxn modelId="{7608F4F8-0A96-419B-9514-FDAE961B155C}" type="presOf" srcId="{D9EFB44B-DAC4-40A8-9B7B-09E3EA04713F}" destId="{07EFAFFC-6AFF-44D6-8784-119A56BA102B}" srcOrd="0" destOrd="0" presId="urn:microsoft.com/office/officeart/2005/8/layout/hList1"/>
    <dgm:cxn modelId="{A5767EC4-9472-4C84-9668-CB424E4BADF0}" type="presParOf" srcId="{4A47585E-96AC-447B-B22F-C47B604CC485}" destId="{B810C790-EBF2-42F1-9932-63722734973E}" srcOrd="0" destOrd="0" presId="urn:microsoft.com/office/officeart/2005/8/layout/hList1"/>
    <dgm:cxn modelId="{6FD44FA7-BB80-4C04-8A38-C965B023370A}" type="presParOf" srcId="{B810C790-EBF2-42F1-9932-63722734973E}" destId="{9A9E8E26-4552-4FE4-A11C-10EFA8F03C62}" srcOrd="0" destOrd="0" presId="urn:microsoft.com/office/officeart/2005/8/layout/hList1"/>
    <dgm:cxn modelId="{A7E3EF68-0188-4474-BF7D-3CE0A2A6D892}" type="presParOf" srcId="{B810C790-EBF2-42F1-9932-63722734973E}" destId="{09FA0293-7AC4-4FCA-AFA9-C729E6685A61}" srcOrd="1" destOrd="0" presId="urn:microsoft.com/office/officeart/2005/8/layout/hList1"/>
    <dgm:cxn modelId="{1ADA831A-CDFA-47BF-8F91-AB487E3C6570}" type="presParOf" srcId="{4A47585E-96AC-447B-B22F-C47B604CC485}" destId="{ED9BC550-76CC-4922-BCB0-A1167CE0515E}" srcOrd="1" destOrd="0" presId="urn:microsoft.com/office/officeart/2005/8/layout/hList1"/>
    <dgm:cxn modelId="{D7760B41-1F90-4D68-825C-F4F12625DC31}" type="presParOf" srcId="{4A47585E-96AC-447B-B22F-C47B604CC485}" destId="{8FC92498-BE31-4C63-BF1C-5EBCA6C65328}" srcOrd="2" destOrd="0" presId="urn:microsoft.com/office/officeart/2005/8/layout/hList1"/>
    <dgm:cxn modelId="{BDCC4C0A-E72D-43B1-8D8E-49A304473A2C}" type="presParOf" srcId="{8FC92498-BE31-4C63-BF1C-5EBCA6C65328}" destId="{07EFAFFC-6AFF-44D6-8784-119A56BA102B}" srcOrd="0" destOrd="0" presId="urn:microsoft.com/office/officeart/2005/8/layout/hList1"/>
    <dgm:cxn modelId="{7C272337-7C3F-4812-B649-6D6EF0D2D94F}" type="presParOf" srcId="{8FC92498-BE31-4C63-BF1C-5EBCA6C65328}" destId="{6C0A3C09-CA90-4721-848C-C48606132E0D}" srcOrd="1" destOrd="0" presId="urn:microsoft.com/office/officeart/2005/8/layout/hList1"/>
    <dgm:cxn modelId="{3018B998-C33D-430A-A4AB-3ED2B4EE79D6}" type="presParOf" srcId="{4A47585E-96AC-447B-B22F-C47B604CC485}" destId="{C29858E2-388D-4980-8991-33BB6B553083}" srcOrd="3" destOrd="0" presId="urn:microsoft.com/office/officeart/2005/8/layout/hList1"/>
    <dgm:cxn modelId="{5DF4F651-7116-44E4-9E7E-419381D5BCBF}" type="presParOf" srcId="{4A47585E-96AC-447B-B22F-C47B604CC485}" destId="{813161A1-2E39-4F5B-9156-50AA4365E6D7}" srcOrd="4" destOrd="0" presId="urn:microsoft.com/office/officeart/2005/8/layout/hList1"/>
    <dgm:cxn modelId="{A7DA5927-B358-4520-9C89-5FFE8568005B}" type="presParOf" srcId="{813161A1-2E39-4F5B-9156-50AA4365E6D7}" destId="{D2CFEA8B-54B4-41D9-BD5A-2222FDBAAB72}" srcOrd="0" destOrd="0" presId="urn:microsoft.com/office/officeart/2005/8/layout/hList1"/>
    <dgm:cxn modelId="{C59D5272-9AD4-4874-B97C-9C63A4D56409}" type="presParOf" srcId="{813161A1-2E39-4F5B-9156-50AA4365E6D7}" destId="{21A3B1E3-3DFE-4FD6-845E-1AC68A08E19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F01BC14-E241-4B32-B0AD-BC8046970605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it-IT"/>
        </a:p>
      </dgm:t>
    </dgm:pt>
    <dgm:pt modelId="{73145BCD-49B2-470B-8115-E64206D237A0}">
      <dgm:prSet phldrT="[Testo]" phldr="0"/>
      <dgm:spPr/>
      <dgm:t>
        <a:bodyPr/>
        <a:lstStyle/>
        <a:p>
          <a:r>
            <a:rPr lang="it-IT">
              <a:latin typeface="Aptos Display" panose="02110004020202020204"/>
            </a:rPr>
            <a:t>FM</a:t>
          </a:r>
          <a:endParaRPr lang="it-IT"/>
        </a:p>
      </dgm:t>
    </dgm:pt>
    <dgm:pt modelId="{9DB73228-45E1-47B6-8618-38A956987251}" type="parTrans" cxnId="{AEEE538A-37CD-4812-8468-64ED15B9CE5C}">
      <dgm:prSet/>
      <dgm:spPr/>
      <dgm:t>
        <a:bodyPr/>
        <a:lstStyle/>
        <a:p>
          <a:endParaRPr lang="it-IT"/>
        </a:p>
      </dgm:t>
    </dgm:pt>
    <dgm:pt modelId="{DE0BEC5E-BDA0-432D-AF34-0833E4760235}" type="sibTrans" cxnId="{AEEE538A-37CD-4812-8468-64ED15B9CE5C}">
      <dgm:prSet/>
      <dgm:spPr/>
      <dgm:t>
        <a:bodyPr/>
        <a:lstStyle/>
        <a:p>
          <a:endParaRPr lang="it-IT"/>
        </a:p>
      </dgm:t>
    </dgm:pt>
    <dgm:pt modelId="{C6911511-63AC-4B1E-AE0A-44115166EB4E}">
      <dgm:prSet phldrT="[Testo]" phldr="0"/>
      <dgm:spPr/>
      <dgm:t>
        <a:bodyPr/>
        <a:lstStyle/>
        <a:p>
          <a:r>
            <a:rPr lang="it-IT">
              <a:latin typeface="Aptos Display" panose="02110004020202020204"/>
            </a:rPr>
            <a:t>0.88</a:t>
          </a:r>
          <a:endParaRPr lang="it-IT"/>
        </a:p>
      </dgm:t>
    </dgm:pt>
    <dgm:pt modelId="{18606BBE-0DED-4050-B047-E06B6FBFA402}" type="parTrans" cxnId="{94C7454C-917C-46A8-91CC-B9287881B06F}">
      <dgm:prSet/>
      <dgm:spPr/>
      <dgm:t>
        <a:bodyPr/>
        <a:lstStyle/>
        <a:p>
          <a:endParaRPr lang="it-IT"/>
        </a:p>
      </dgm:t>
    </dgm:pt>
    <dgm:pt modelId="{B3BDA06E-1A76-42CA-B0F3-7D18D7A7D3CE}" type="sibTrans" cxnId="{94C7454C-917C-46A8-91CC-B9287881B06F}">
      <dgm:prSet/>
      <dgm:spPr/>
      <dgm:t>
        <a:bodyPr/>
        <a:lstStyle/>
        <a:p>
          <a:endParaRPr lang="it-IT"/>
        </a:p>
      </dgm:t>
    </dgm:pt>
    <dgm:pt modelId="{D9EFB44B-DAC4-40A8-9B7B-09E3EA04713F}">
      <dgm:prSet phldrT="[Testo]" phldr="0"/>
      <dgm:spPr/>
      <dgm:t>
        <a:bodyPr/>
        <a:lstStyle/>
        <a:p>
          <a:r>
            <a:rPr lang="it-IT">
              <a:latin typeface="Aptos Display" panose="02110004020202020204"/>
            </a:rPr>
            <a:t>CM</a:t>
          </a:r>
          <a:endParaRPr lang="it-IT"/>
        </a:p>
      </dgm:t>
    </dgm:pt>
    <dgm:pt modelId="{A4209065-62CF-4AA8-B7D4-C6A23EC975A1}" type="parTrans" cxnId="{D9F46236-0BFB-4F17-8FB4-ABB078F495BA}">
      <dgm:prSet/>
      <dgm:spPr/>
      <dgm:t>
        <a:bodyPr/>
        <a:lstStyle/>
        <a:p>
          <a:endParaRPr lang="it-IT"/>
        </a:p>
      </dgm:t>
    </dgm:pt>
    <dgm:pt modelId="{9A3F603E-A5A9-4F53-93D4-F201B7A30F59}" type="sibTrans" cxnId="{D9F46236-0BFB-4F17-8FB4-ABB078F495BA}">
      <dgm:prSet/>
      <dgm:spPr/>
      <dgm:t>
        <a:bodyPr/>
        <a:lstStyle/>
        <a:p>
          <a:endParaRPr lang="it-IT"/>
        </a:p>
      </dgm:t>
    </dgm:pt>
    <dgm:pt modelId="{D9460C60-CE7A-49A0-BC48-EF9BF5E0A722}">
      <dgm:prSet phldrT="[Testo]" phldr="0"/>
      <dgm:spPr/>
      <dgm:t>
        <a:bodyPr/>
        <a:lstStyle/>
        <a:p>
          <a:r>
            <a:rPr lang="it-IT"/>
            <a:t>0.98</a:t>
          </a:r>
        </a:p>
      </dgm:t>
    </dgm:pt>
    <dgm:pt modelId="{6132B7DF-6E15-4487-AC3E-74C288A115EC}" type="parTrans" cxnId="{B3337AB1-40F8-4A9C-A89C-425F62ADB8D6}">
      <dgm:prSet/>
      <dgm:spPr/>
      <dgm:t>
        <a:bodyPr/>
        <a:lstStyle/>
        <a:p>
          <a:endParaRPr lang="it-IT"/>
        </a:p>
      </dgm:t>
    </dgm:pt>
    <dgm:pt modelId="{CC4E4012-543C-4425-9E0C-88F176ED6645}" type="sibTrans" cxnId="{B3337AB1-40F8-4A9C-A89C-425F62ADB8D6}">
      <dgm:prSet/>
      <dgm:spPr/>
      <dgm:t>
        <a:bodyPr/>
        <a:lstStyle/>
        <a:p>
          <a:endParaRPr lang="it-IT"/>
        </a:p>
      </dgm:t>
    </dgm:pt>
    <dgm:pt modelId="{F6085499-51E8-49BA-B9FD-4C22F1CD2BD1}">
      <dgm:prSet phldrT="[Testo]" phldr="0"/>
      <dgm:spPr/>
      <dgm:t>
        <a:bodyPr/>
        <a:lstStyle/>
        <a:p>
          <a:r>
            <a:rPr lang="it-IT">
              <a:latin typeface="Aptos Display" panose="02110004020202020204"/>
            </a:rPr>
            <a:t>CR</a:t>
          </a:r>
          <a:endParaRPr lang="it-IT"/>
        </a:p>
      </dgm:t>
    </dgm:pt>
    <dgm:pt modelId="{776FC490-6FFF-4549-B15E-E1CFBAF59E57}" type="parTrans" cxnId="{7FA31CD2-D588-477C-B46E-F9A3D8EB6E93}">
      <dgm:prSet/>
      <dgm:spPr/>
      <dgm:t>
        <a:bodyPr/>
        <a:lstStyle/>
        <a:p>
          <a:endParaRPr lang="it-IT"/>
        </a:p>
      </dgm:t>
    </dgm:pt>
    <dgm:pt modelId="{EDAD07EA-C6D6-412A-94C1-E3E4673EB490}" type="sibTrans" cxnId="{7FA31CD2-D588-477C-B46E-F9A3D8EB6E93}">
      <dgm:prSet/>
      <dgm:spPr/>
      <dgm:t>
        <a:bodyPr/>
        <a:lstStyle/>
        <a:p>
          <a:endParaRPr lang="it-IT"/>
        </a:p>
      </dgm:t>
    </dgm:pt>
    <dgm:pt modelId="{A0553ACA-A1B1-4998-ADEE-28576B95335F}">
      <dgm:prSet phldrT="[Testo]" phldr="0"/>
      <dgm:spPr/>
      <dgm:t>
        <a:bodyPr/>
        <a:lstStyle/>
        <a:p>
          <a:r>
            <a:rPr lang="it-IT">
              <a:latin typeface="Aptos Display" panose="02110004020202020204"/>
            </a:rPr>
            <a:t>0.84</a:t>
          </a:r>
          <a:endParaRPr lang="it-IT"/>
        </a:p>
      </dgm:t>
    </dgm:pt>
    <dgm:pt modelId="{A3BB23CB-A254-4CEB-926B-1E846A51CB46}" type="parTrans" cxnId="{9F2BBEBB-4C1B-4C81-9DC2-B4CBD1241C61}">
      <dgm:prSet/>
      <dgm:spPr/>
      <dgm:t>
        <a:bodyPr/>
        <a:lstStyle/>
        <a:p>
          <a:endParaRPr lang="it-IT"/>
        </a:p>
      </dgm:t>
    </dgm:pt>
    <dgm:pt modelId="{6B456683-1561-4216-85D4-B8B9ACE1457B}" type="sibTrans" cxnId="{9F2BBEBB-4C1B-4C81-9DC2-B4CBD1241C61}">
      <dgm:prSet/>
      <dgm:spPr/>
      <dgm:t>
        <a:bodyPr/>
        <a:lstStyle/>
        <a:p>
          <a:endParaRPr lang="it-IT"/>
        </a:p>
      </dgm:t>
    </dgm:pt>
    <dgm:pt modelId="{4A47585E-96AC-447B-B22F-C47B604CC485}" type="pres">
      <dgm:prSet presAssocID="{EF01BC14-E241-4B32-B0AD-BC8046970605}" presName="Name0" presStyleCnt="0">
        <dgm:presLayoutVars>
          <dgm:dir/>
          <dgm:animLvl val="lvl"/>
          <dgm:resizeHandles val="exact"/>
        </dgm:presLayoutVars>
      </dgm:prSet>
      <dgm:spPr/>
    </dgm:pt>
    <dgm:pt modelId="{B810C790-EBF2-42F1-9932-63722734973E}" type="pres">
      <dgm:prSet presAssocID="{73145BCD-49B2-470B-8115-E64206D237A0}" presName="composite" presStyleCnt="0"/>
      <dgm:spPr/>
    </dgm:pt>
    <dgm:pt modelId="{9A9E8E26-4552-4FE4-A11C-10EFA8F03C62}" type="pres">
      <dgm:prSet presAssocID="{73145BCD-49B2-470B-8115-E64206D237A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9FA0293-7AC4-4FCA-AFA9-C729E6685A61}" type="pres">
      <dgm:prSet presAssocID="{73145BCD-49B2-470B-8115-E64206D237A0}" presName="desTx" presStyleLbl="alignAccFollowNode1" presStyleIdx="0" presStyleCnt="3">
        <dgm:presLayoutVars>
          <dgm:bulletEnabled val="1"/>
        </dgm:presLayoutVars>
      </dgm:prSet>
      <dgm:spPr/>
    </dgm:pt>
    <dgm:pt modelId="{ED9BC550-76CC-4922-BCB0-A1167CE0515E}" type="pres">
      <dgm:prSet presAssocID="{DE0BEC5E-BDA0-432D-AF34-0833E4760235}" presName="space" presStyleCnt="0"/>
      <dgm:spPr/>
    </dgm:pt>
    <dgm:pt modelId="{8FC92498-BE31-4C63-BF1C-5EBCA6C65328}" type="pres">
      <dgm:prSet presAssocID="{D9EFB44B-DAC4-40A8-9B7B-09E3EA04713F}" presName="composite" presStyleCnt="0"/>
      <dgm:spPr/>
    </dgm:pt>
    <dgm:pt modelId="{07EFAFFC-6AFF-44D6-8784-119A56BA102B}" type="pres">
      <dgm:prSet presAssocID="{D9EFB44B-DAC4-40A8-9B7B-09E3EA04713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C0A3C09-CA90-4721-848C-C48606132E0D}" type="pres">
      <dgm:prSet presAssocID="{D9EFB44B-DAC4-40A8-9B7B-09E3EA04713F}" presName="desTx" presStyleLbl="alignAccFollowNode1" presStyleIdx="1" presStyleCnt="3">
        <dgm:presLayoutVars>
          <dgm:bulletEnabled val="1"/>
        </dgm:presLayoutVars>
      </dgm:prSet>
      <dgm:spPr/>
    </dgm:pt>
    <dgm:pt modelId="{C29858E2-388D-4980-8991-33BB6B553083}" type="pres">
      <dgm:prSet presAssocID="{9A3F603E-A5A9-4F53-93D4-F201B7A30F59}" presName="space" presStyleCnt="0"/>
      <dgm:spPr/>
    </dgm:pt>
    <dgm:pt modelId="{813161A1-2E39-4F5B-9156-50AA4365E6D7}" type="pres">
      <dgm:prSet presAssocID="{F6085499-51E8-49BA-B9FD-4C22F1CD2BD1}" presName="composite" presStyleCnt="0"/>
      <dgm:spPr/>
    </dgm:pt>
    <dgm:pt modelId="{D2CFEA8B-54B4-41D9-BD5A-2222FDBAAB72}" type="pres">
      <dgm:prSet presAssocID="{F6085499-51E8-49BA-B9FD-4C22F1CD2BD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1A3B1E3-3DFE-4FD6-845E-1AC68A08E194}" type="pres">
      <dgm:prSet presAssocID="{F6085499-51E8-49BA-B9FD-4C22F1CD2BD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9F46236-0BFB-4F17-8FB4-ABB078F495BA}" srcId="{EF01BC14-E241-4B32-B0AD-BC8046970605}" destId="{D9EFB44B-DAC4-40A8-9B7B-09E3EA04713F}" srcOrd="1" destOrd="0" parTransId="{A4209065-62CF-4AA8-B7D4-C6A23EC975A1}" sibTransId="{9A3F603E-A5A9-4F53-93D4-F201B7A30F59}"/>
    <dgm:cxn modelId="{94C7454C-917C-46A8-91CC-B9287881B06F}" srcId="{73145BCD-49B2-470B-8115-E64206D237A0}" destId="{C6911511-63AC-4B1E-AE0A-44115166EB4E}" srcOrd="0" destOrd="0" parTransId="{18606BBE-0DED-4050-B047-E06B6FBFA402}" sibTransId="{B3BDA06E-1A76-42CA-B0F3-7D18D7A7D3CE}"/>
    <dgm:cxn modelId="{AEEE538A-37CD-4812-8468-64ED15B9CE5C}" srcId="{EF01BC14-E241-4B32-B0AD-BC8046970605}" destId="{73145BCD-49B2-470B-8115-E64206D237A0}" srcOrd="0" destOrd="0" parTransId="{9DB73228-45E1-47B6-8618-38A956987251}" sibTransId="{DE0BEC5E-BDA0-432D-AF34-0833E4760235}"/>
    <dgm:cxn modelId="{B3337AB1-40F8-4A9C-A89C-425F62ADB8D6}" srcId="{D9EFB44B-DAC4-40A8-9B7B-09E3EA04713F}" destId="{D9460C60-CE7A-49A0-BC48-EF9BF5E0A722}" srcOrd="0" destOrd="0" parTransId="{6132B7DF-6E15-4487-AC3E-74C288A115EC}" sibTransId="{CC4E4012-543C-4425-9E0C-88F176ED6645}"/>
    <dgm:cxn modelId="{4F4A52BB-64B5-4F26-8A40-3AEA180D1F7A}" type="presOf" srcId="{A0553ACA-A1B1-4998-ADEE-28576B95335F}" destId="{21A3B1E3-3DFE-4FD6-845E-1AC68A08E194}" srcOrd="0" destOrd="0" presId="urn:microsoft.com/office/officeart/2005/8/layout/hList1"/>
    <dgm:cxn modelId="{9F2BBEBB-4C1B-4C81-9DC2-B4CBD1241C61}" srcId="{F6085499-51E8-49BA-B9FD-4C22F1CD2BD1}" destId="{A0553ACA-A1B1-4998-ADEE-28576B95335F}" srcOrd="0" destOrd="0" parTransId="{A3BB23CB-A254-4CEB-926B-1E846A51CB46}" sibTransId="{6B456683-1561-4216-85D4-B8B9ACE1457B}"/>
    <dgm:cxn modelId="{441A98BF-BCD7-4C3E-9178-9D2352F4200C}" type="presOf" srcId="{EF01BC14-E241-4B32-B0AD-BC8046970605}" destId="{4A47585E-96AC-447B-B22F-C47B604CC485}" srcOrd="0" destOrd="0" presId="urn:microsoft.com/office/officeart/2005/8/layout/hList1"/>
    <dgm:cxn modelId="{7FA31CD2-D588-477C-B46E-F9A3D8EB6E93}" srcId="{EF01BC14-E241-4B32-B0AD-BC8046970605}" destId="{F6085499-51E8-49BA-B9FD-4C22F1CD2BD1}" srcOrd="2" destOrd="0" parTransId="{776FC490-6FFF-4549-B15E-E1CFBAF59E57}" sibTransId="{EDAD07EA-C6D6-412A-94C1-E3E4673EB490}"/>
    <dgm:cxn modelId="{4E1E35DA-753D-4A40-8935-0270CA1D7B6B}" type="presOf" srcId="{73145BCD-49B2-470B-8115-E64206D237A0}" destId="{9A9E8E26-4552-4FE4-A11C-10EFA8F03C62}" srcOrd="0" destOrd="0" presId="urn:microsoft.com/office/officeart/2005/8/layout/hList1"/>
    <dgm:cxn modelId="{F83C0EDE-0FA8-403D-8454-29EDC2C84E67}" type="presOf" srcId="{D9460C60-CE7A-49A0-BC48-EF9BF5E0A722}" destId="{6C0A3C09-CA90-4721-848C-C48606132E0D}" srcOrd="0" destOrd="0" presId="urn:microsoft.com/office/officeart/2005/8/layout/hList1"/>
    <dgm:cxn modelId="{8C86EBDE-1545-4D37-9B6F-B64421D29ADE}" type="presOf" srcId="{C6911511-63AC-4B1E-AE0A-44115166EB4E}" destId="{09FA0293-7AC4-4FCA-AFA9-C729E6685A61}" srcOrd="0" destOrd="0" presId="urn:microsoft.com/office/officeart/2005/8/layout/hList1"/>
    <dgm:cxn modelId="{80E265F0-6847-48F0-BCDF-475F783BB54C}" type="presOf" srcId="{F6085499-51E8-49BA-B9FD-4C22F1CD2BD1}" destId="{D2CFEA8B-54B4-41D9-BD5A-2222FDBAAB72}" srcOrd="0" destOrd="0" presId="urn:microsoft.com/office/officeart/2005/8/layout/hList1"/>
    <dgm:cxn modelId="{7608F4F8-0A96-419B-9514-FDAE961B155C}" type="presOf" srcId="{D9EFB44B-DAC4-40A8-9B7B-09E3EA04713F}" destId="{07EFAFFC-6AFF-44D6-8784-119A56BA102B}" srcOrd="0" destOrd="0" presId="urn:microsoft.com/office/officeart/2005/8/layout/hList1"/>
    <dgm:cxn modelId="{A5767EC4-9472-4C84-9668-CB424E4BADF0}" type="presParOf" srcId="{4A47585E-96AC-447B-B22F-C47B604CC485}" destId="{B810C790-EBF2-42F1-9932-63722734973E}" srcOrd="0" destOrd="0" presId="urn:microsoft.com/office/officeart/2005/8/layout/hList1"/>
    <dgm:cxn modelId="{6FD44FA7-BB80-4C04-8A38-C965B023370A}" type="presParOf" srcId="{B810C790-EBF2-42F1-9932-63722734973E}" destId="{9A9E8E26-4552-4FE4-A11C-10EFA8F03C62}" srcOrd="0" destOrd="0" presId="urn:microsoft.com/office/officeart/2005/8/layout/hList1"/>
    <dgm:cxn modelId="{A7E3EF68-0188-4474-BF7D-3CE0A2A6D892}" type="presParOf" srcId="{B810C790-EBF2-42F1-9932-63722734973E}" destId="{09FA0293-7AC4-4FCA-AFA9-C729E6685A61}" srcOrd="1" destOrd="0" presId="urn:microsoft.com/office/officeart/2005/8/layout/hList1"/>
    <dgm:cxn modelId="{1ADA831A-CDFA-47BF-8F91-AB487E3C6570}" type="presParOf" srcId="{4A47585E-96AC-447B-B22F-C47B604CC485}" destId="{ED9BC550-76CC-4922-BCB0-A1167CE0515E}" srcOrd="1" destOrd="0" presId="urn:microsoft.com/office/officeart/2005/8/layout/hList1"/>
    <dgm:cxn modelId="{D7760B41-1F90-4D68-825C-F4F12625DC31}" type="presParOf" srcId="{4A47585E-96AC-447B-B22F-C47B604CC485}" destId="{8FC92498-BE31-4C63-BF1C-5EBCA6C65328}" srcOrd="2" destOrd="0" presId="urn:microsoft.com/office/officeart/2005/8/layout/hList1"/>
    <dgm:cxn modelId="{BDCC4C0A-E72D-43B1-8D8E-49A304473A2C}" type="presParOf" srcId="{8FC92498-BE31-4C63-BF1C-5EBCA6C65328}" destId="{07EFAFFC-6AFF-44D6-8784-119A56BA102B}" srcOrd="0" destOrd="0" presId="urn:microsoft.com/office/officeart/2005/8/layout/hList1"/>
    <dgm:cxn modelId="{7C272337-7C3F-4812-B649-6D6EF0D2D94F}" type="presParOf" srcId="{8FC92498-BE31-4C63-BF1C-5EBCA6C65328}" destId="{6C0A3C09-CA90-4721-848C-C48606132E0D}" srcOrd="1" destOrd="0" presId="urn:microsoft.com/office/officeart/2005/8/layout/hList1"/>
    <dgm:cxn modelId="{3018B998-C33D-430A-A4AB-3ED2B4EE79D6}" type="presParOf" srcId="{4A47585E-96AC-447B-B22F-C47B604CC485}" destId="{C29858E2-388D-4980-8991-33BB6B553083}" srcOrd="3" destOrd="0" presId="urn:microsoft.com/office/officeart/2005/8/layout/hList1"/>
    <dgm:cxn modelId="{5DF4F651-7116-44E4-9E7E-419381D5BCBF}" type="presParOf" srcId="{4A47585E-96AC-447B-B22F-C47B604CC485}" destId="{813161A1-2E39-4F5B-9156-50AA4365E6D7}" srcOrd="4" destOrd="0" presId="urn:microsoft.com/office/officeart/2005/8/layout/hList1"/>
    <dgm:cxn modelId="{A7DA5927-B358-4520-9C89-5FFE8568005B}" type="presParOf" srcId="{813161A1-2E39-4F5B-9156-50AA4365E6D7}" destId="{D2CFEA8B-54B4-41D9-BD5A-2222FDBAAB72}" srcOrd="0" destOrd="0" presId="urn:microsoft.com/office/officeart/2005/8/layout/hList1"/>
    <dgm:cxn modelId="{C59D5272-9AD4-4874-B97C-9C63A4D56409}" type="presParOf" srcId="{813161A1-2E39-4F5B-9156-50AA4365E6D7}" destId="{21A3B1E3-3DFE-4FD6-845E-1AC68A08E19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F01BC14-E241-4B32-B0AD-BC8046970605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it-IT"/>
        </a:p>
      </dgm:t>
    </dgm:pt>
    <dgm:pt modelId="{73145BCD-49B2-470B-8115-E64206D237A0}">
      <dgm:prSet phldrT="[Testo]" phldr="0"/>
      <dgm:spPr/>
      <dgm:t>
        <a:bodyPr/>
        <a:lstStyle/>
        <a:p>
          <a:r>
            <a:rPr lang="it-IT">
              <a:latin typeface="Aptos Display" panose="02110004020202020204"/>
            </a:rPr>
            <a:t>FM</a:t>
          </a:r>
          <a:endParaRPr lang="it-IT"/>
        </a:p>
      </dgm:t>
    </dgm:pt>
    <dgm:pt modelId="{9DB73228-45E1-47B6-8618-38A956987251}" type="parTrans" cxnId="{AEEE538A-37CD-4812-8468-64ED15B9CE5C}">
      <dgm:prSet/>
      <dgm:spPr/>
      <dgm:t>
        <a:bodyPr/>
        <a:lstStyle/>
        <a:p>
          <a:endParaRPr lang="it-IT"/>
        </a:p>
      </dgm:t>
    </dgm:pt>
    <dgm:pt modelId="{DE0BEC5E-BDA0-432D-AF34-0833E4760235}" type="sibTrans" cxnId="{AEEE538A-37CD-4812-8468-64ED15B9CE5C}">
      <dgm:prSet/>
      <dgm:spPr/>
      <dgm:t>
        <a:bodyPr/>
        <a:lstStyle/>
        <a:p>
          <a:endParaRPr lang="it-IT"/>
        </a:p>
      </dgm:t>
    </dgm:pt>
    <dgm:pt modelId="{C6911511-63AC-4B1E-AE0A-44115166EB4E}">
      <dgm:prSet phldrT="[Testo]" phldr="0"/>
      <dgm:spPr/>
      <dgm:t>
        <a:bodyPr/>
        <a:lstStyle/>
        <a:p>
          <a:r>
            <a:rPr lang="it-IT">
              <a:latin typeface="Aptos Display" panose="02110004020202020204"/>
            </a:rPr>
            <a:t>0.06</a:t>
          </a:r>
          <a:endParaRPr lang="it-IT"/>
        </a:p>
      </dgm:t>
    </dgm:pt>
    <dgm:pt modelId="{18606BBE-0DED-4050-B047-E06B6FBFA402}" type="parTrans" cxnId="{94C7454C-917C-46A8-91CC-B9287881B06F}">
      <dgm:prSet/>
      <dgm:spPr/>
      <dgm:t>
        <a:bodyPr/>
        <a:lstStyle/>
        <a:p>
          <a:endParaRPr lang="it-IT"/>
        </a:p>
      </dgm:t>
    </dgm:pt>
    <dgm:pt modelId="{B3BDA06E-1A76-42CA-B0F3-7D18D7A7D3CE}" type="sibTrans" cxnId="{94C7454C-917C-46A8-91CC-B9287881B06F}">
      <dgm:prSet/>
      <dgm:spPr/>
      <dgm:t>
        <a:bodyPr/>
        <a:lstStyle/>
        <a:p>
          <a:endParaRPr lang="it-IT"/>
        </a:p>
      </dgm:t>
    </dgm:pt>
    <dgm:pt modelId="{D9EFB44B-DAC4-40A8-9B7B-09E3EA04713F}">
      <dgm:prSet phldrT="[Testo]" phldr="0"/>
      <dgm:spPr/>
      <dgm:t>
        <a:bodyPr/>
        <a:lstStyle/>
        <a:p>
          <a:r>
            <a:rPr lang="it-IT">
              <a:latin typeface="Aptos Display" panose="02110004020202020204"/>
            </a:rPr>
            <a:t>CM</a:t>
          </a:r>
          <a:endParaRPr lang="it-IT"/>
        </a:p>
      </dgm:t>
    </dgm:pt>
    <dgm:pt modelId="{A4209065-62CF-4AA8-B7D4-C6A23EC975A1}" type="parTrans" cxnId="{D9F46236-0BFB-4F17-8FB4-ABB078F495BA}">
      <dgm:prSet/>
      <dgm:spPr/>
      <dgm:t>
        <a:bodyPr/>
        <a:lstStyle/>
        <a:p>
          <a:endParaRPr lang="it-IT"/>
        </a:p>
      </dgm:t>
    </dgm:pt>
    <dgm:pt modelId="{9A3F603E-A5A9-4F53-93D4-F201B7A30F59}" type="sibTrans" cxnId="{D9F46236-0BFB-4F17-8FB4-ABB078F495BA}">
      <dgm:prSet/>
      <dgm:spPr/>
      <dgm:t>
        <a:bodyPr/>
        <a:lstStyle/>
        <a:p>
          <a:endParaRPr lang="it-IT"/>
        </a:p>
      </dgm:t>
    </dgm:pt>
    <dgm:pt modelId="{D9460C60-CE7A-49A0-BC48-EF9BF5E0A722}">
      <dgm:prSet phldrT="[Testo]" phldr="0"/>
      <dgm:spPr/>
      <dgm:t>
        <a:bodyPr/>
        <a:lstStyle/>
        <a:p>
          <a:r>
            <a:rPr lang="it-IT"/>
            <a:t>0.03</a:t>
          </a:r>
        </a:p>
      </dgm:t>
    </dgm:pt>
    <dgm:pt modelId="{6132B7DF-6E15-4487-AC3E-74C288A115EC}" type="parTrans" cxnId="{B3337AB1-40F8-4A9C-A89C-425F62ADB8D6}">
      <dgm:prSet/>
      <dgm:spPr/>
      <dgm:t>
        <a:bodyPr/>
        <a:lstStyle/>
        <a:p>
          <a:endParaRPr lang="it-IT"/>
        </a:p>
      </dgm:t>
    </dgm:pt>
    <dgm:pt modelId="{CC4E4012-543C-4425-9E0C-88F176ED6645}" type="sibTrans" cxnId="{B3337AB1-40F8-4A9C-A89C-425F62ADB8D6}">
      <dgm:prSet/>
      <dgm:spPr/>
      <dgm:t>
        <a:bodyPr/>
        <a:lstStyle/>
        <a:p>
          <a:endParaRPr lang="it-IT"/>
        </a:p>
      </dgm:t>
    </dgm:pt>
    <dgm:pt modelId="{F6085499-51E8-49BA-B9FD-4C22F1CD2BD1}">
      <dgm:prSet phldrT="[Testo]" phldr="0"/>
      <dgm:spPr/>
      <dgm:t>
        <a:bodyPr/>
        <a:lstStyle/>
        <a:p>
          <a:r>
            <a:rPr lang="it-IT">
              <a:latin typeface="Aptos Display" panose="02110004020202020204"/>
            </a:rPr>
            <a:t>CR</a:t>
          </a:r>
          <a:endParaRPr lang="it-IT"/>
        </a:p>
      </dgm:t>
    </dgm:pt>
    <dgm:pt modelId="{776FC490-6FFF-4549-B15E-E1CFBAF59E57}" type="parTrans" cxnId="{7FA31CD2-D588-477C-B46E-F9A3D8EB6E93}">
      <dgm:prSet/>
      <dgm:spPr/>
      <dgm:t>
        <a:bodyPr/>
        <a:lstStyle/>
        <a:p>
          <a:endParaRPr lang="it-IT"/>
        </a:p>
      </dgm:t>
    </dgm:pt>
    <dgm:pt modelId="{EDAD07EA-C6D6-412A-94C1-E3E4673EB490}" type="sibTrans" cxnId="{7FA31CD2-D588-477C-B46E-F9A3D8EB6E93}">
      <dgm:prSet/>
      <dgm:spPr/>
      <dgm:t>
        <a:bodyPr/>
        <a:lstStyle/>
        <a:p>
          <a:endParaRPr lang="it-IT"/>
        </a:p>
      </dgm:t>
    </dgm:pt>
    <dgm:pt modelId="{A0553ACA-A1B1-4998-ADEE-28576B95335F}">
      <dgm:prSet phldrT="[Testo]" phldr="0"/>
      <dgm:spPr/>
      <dgm:t>
        <a:bodyPr/>
        <a:lstStyle/>
        <a:p>
          <a:r>
            <a:rPr lang="it-IT"/>
            <a:t>1</a:t>
          </a:r>
        </a:p>
      </dgm:t>
    </dgm:pt>
    <dgm:pt modelId="{A3BB23CB-A254-4CEB-926B-1E846A51CB46}" type="parTrans" cxnId="{9F2BBEBB-4C1B-4C81-9DC2-B4CBD1241C61}">
      <dgm:prSet/>
      <dgm:spPr/>
      <dgm:t>
        <a:bodyPr/>
        <a:lstStyle/>
        <a:p>
          <a:endParaRPr lang="it-IT"/>
        </a:p>
      </dgm:t>
    </dgm:pt>
    <dgm:pt modelId="{6B456683-1561-4216-85D4-B8B9ACE1457B}" type="sibTrans" cxnId="{9F2BBEBB-4C1B-4C81-9DC2-B4CBD1241C61}">
      <dgm:prSet/>
      <dgm:spPr/>
      <dgm:t>
        <a:bodyPr/>
        <a:lstStyle/>
        <a:p>
          <a:endParaRPr lang="it-IT"/>
        </a:p>
      </dgm:t>
    </dgm:pt>
    <dgm:pt modelId="{4A47585E-96AC-447B-B22F-C47B604CC485}" type="pres">
      <dgm:prSet presAssocID="{EF01BC14-E241-4B32-B0AD-BC8046970605}" presName="Name0" presStyleCnt="0">
        <dgm:presLayoutVars>
          <dgm:dir/>
          <dgm:animLvl val="lvl"/>
          <dgm:resizeHandles val="exact"/>
        </dgm:presLayoutVars>
      </dgm:prSet>
      <dgm:spPr/>
    </dgm:pt>
    <dgm:pt modelId="{B810C790-EBF2-42F1-9932-63722734973E}" type="pres">
      <dgm:prSet presAssocID="{73145BCD-49B2-470B-8115-E64206D237A0}" presName="composite" presStyleCnt="0"/>
      <dgm:spPr/>
    </dgm:pt>
    <dgm:pt modelId="{9A9E8E26-4552-4FE4-A11C-10EFA8F03C62}" type="pres">
      <dgm:prSet presAssocID="{73145BCD-49B2-470B-8115-E64206D237A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9FA0293-7AC4-4FCA-AFA9-C729E6685A61}" type="pres">
      <dgm:prSet presAssocID="{73145BCD-49B2-470B-8115-E64206D237A0}" presName="desTx" presStyleLbl="alignAccFollowNode1" presStyleIdx="0" presStyleCnt="3">
        <dgm:presLayoutVars>
          <dgm:bulletEnabled val="1"/>
        </dgm:presLayoutVars>
      </dgm:prSet>
      <dgm:spPr/>
    </dgm:pt>
    <dgm:pt modelId="{ED9BC550-76CC-4922-BCB0-A1167CE0515E}" type="pres">
      <dgm:prSet presAssocID="{DE0BEC5E-BDA0-432D-AF34-0833E4760235}" presName="space" presStyleCnt="0"/>
      <dgm:spPr/>
    </dgm:pt>
    <dgm:pt modelId="{8FC92498-BE31-4C63-BF1C-5EBCA6C65328}" type="pres">
      <dgm:prSet presAssocID="{D9EFB44B-DAC4-40A8-9B7B-09E3EA04713F}" presName="composite" presStyleCnt="0"/>
      <dgm:spPr/>
    </dgm:pt>
    <dgm:pt modelId="{07EFAFFC-6AFF-44D6-8784-119A56BA102B}" type="pres">
      <dgm:prSet presAssocID="{D9EFB44B-DAC4-40A8-9B7B-09E3EA04713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C0A3C09-CA90-4721-848C-C48606132E0D}" type="pres">
      <dgm:prSet presAssocID="{D9EFB44B-DAC4-40A8-9B7B-09E3EA04713F}" presName="desTx" presStyleLbl="alignAccFollowNode1" presStyleIdx="1" presStyleCnt="3">
        <dgm:presLayoutVars>
          <dgm:bulletEnabled val="1"/>
        </dgm:presLayoutVars>
      </dgm:prSet>
      <dgm:spPr/>
    </dgm:pt>
    <dgm:pt modelId="{C29858E2-388D-4980-8991-33BB6B553083}" type="pres">
      <dgm:prSet presAssocID="{9A3F603E-A5A9-4F53-93D4-F201B7A30F59}" presName="space" presStyleCnt="0"/>
      <dgm:spPr/>
    </dgm:pt>
    <dgm:pt modelId="{813161A1-2E39-4F5B-9156-50AA4365E6D7}" type="pres">
      <dgm:prSet presAssocID="{F6085499-51E8-49BA-B9FD-4C22F1CD2BD1}" presName="composite" presStyleCnt="0"/>
      <dgm:spPr/>
    </dgm:pt>
    <dgm:pt modelId="{D2CFEA8B-54B4-41D9-BD5A-2222FDBAAB72}" type="pres">
      <dgm:prSet presAssocID="{F6085499-51E8-49BA-B9FD-4C22F1CD2BD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1A3B1E3-3DFE-4FD6-845E-1AC68A08E194}" type="pres">
      <dgm:prSet presAssocID="{F6085499-51E8-49BA-B9FD-4C22F1CD2BD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9F46236-0BFB-4F17-8FB4-ABB078F495BA}" srcId="{EF01BC14-E241-4B32-B0AD-BC8046970605}" destId="{D9EFB44B-DAC4-40A8-9B7B-09E3EA04713F}" srcOrd="1" destOrd="0" parTransId="{A4209065-62CF-4AA8-B7D4-C6A23EC975A1}" sibTransId="{9A3F603E-A5A9-4F53-93D4-F201B7A30F59}"/>
    <dgm:cxn modelId="{94C7454C-917C-46A8-91CC-B9287881B06F}" srcId="{73145BCD-49B2-470B-8115-E64206D237A0}" destId="{C6911511-63AC-4B1E-AE0A-44115166EB4E}" srcOrd="0" destOrd="0" parTransId="{18606BBE-0DED-4050-B047-E06B6FBFA402}" sibTransId="{B3BDA06E-1A76-42CA-B0F3-7D18D7A7D3CE}"/>
    <dgm:cxn modelId="{AEEE538A-37CD-4812-8468-64ED15B9CE5C}" srcId="{EF01BC14-E241-4B32-B0AD-BC8046970605}" destId="{73145BCD-49B2-470B-8115-E64206D237A0}" srcOrd="0" destOrd="0" parTransId="{9DB73228-45E1-47B6-8618-38A956987251}" sibTransId="{DE0BEC5E-BDA0-432D-AF34-0833E4760235}"/>
    <dgm:cxn modelId="{B3337AB1-40F8-4A9C-A89C-425F62ADB8D6}" srcId="{D9EFB44B-DAC4-40A8-9B7B-09E3EA04713F}" destId="{D9460C60-CE7A-49A0-BC48-EF9BF5E0A722}" srcOrd="0" destOrd="0" parTransId="{6132B7DF-6E15-4487-AC3E-74C288A115EC}" sibTransId="{CC4E4012-543C-4425-9E0C-88F176ED6645}"/>
    <dgm:cxn modelId="{4F4A52BB-64B5-4F26-8A40-3AEA180D1F7A}" type="presOf" srcId="{A0553ACA-A1B1-4998-ADEE-28576B95335F}" destId="{21A3B1E3-3DFE-4FD6-845E-1AC68A08E194}" srcOrd="0" destOrd="0" presId="urn:microsoft.com/office/officeart/2005/8/layout/hList1"/>
    <dgm:cxn modelId="{9F2BBEBB-4C1B-4C81-9DC2-B4CBD1241C61}" srcId="{F6085499-51E8-49BA-B9FD-4C22F1CD2BD1}" destId="{A0553ACA-A1B1-4998-ADEE-28576B95335F}" srcOrd="0" destOrd="0" parTransId="{A3BB23CB-A254-4CEB-926B-1E846A51CB46}" sibTransId="{6B456683-1561-4216-85D4-B8B9ACE1457B}"/>
    <dgm:cxn modelId="{441A98BF-BCD7-4C3E-9178-9D2352F4200C}" type="presOf" srcId="{EF01BC14-E241-4B32-B0AD-BC8046970605}" destId="{4A47585E-96AC-447B-B22F-C47B604CC485}" srcOrd="0" destOrd="0" presId="urn:microsoft.com/office/officeart/2005/8/layout/hList1"/>
    <dgm:cxn modelId="{7FA31CD2-D588-477C-B46E-F9A3D8EB6E93}" srcId="{EF01BC14-E241-4B32-B0AD-BC8046970605}" destId="{F6085499-51E8-49BA-B9FD-4C22F1CD2BD1}" srcOrd="2" destOrd="0" parTransId="{776FC490-6FFF-4549-B15E-E1CFBAF59E57}" sibTransId="{EDAD07EA-C6D6-412A-94C1-E3E4673EB490}"/>
    <dgm:cxn modelId="{4E1E35DA-753D-4A40-8935-0270CA1D7B6B}" type="presOf" srcId="{73145BCD-49B2-470B-8115-E64206D237A0}" destId="{9A9E8E26-4552-4FE4-A11C-10EFA8F03C62}" srcOrd="0" destOrd="0" presId="urn:microsoft.com/office/officeart/2005/8/layout/hList1"/>
    <dgm:cxn modelId="{F83C0EDE-0FA8-403D-8454-29EDC2C84E67}" type="presOf" srcId="{D9460C60-CE7A-49A0-BC48-EF9BF5E0A722}" destId="{6C0A3C09-CA90-4721-848C-C48606132E0D}" srcOrd="0" destOrd="0" presId="urn:microsoft.com/office/officeart/2005/8/layout/hList1"/>
    <dgm:cxn modelId="{8C86EBDE-1545-4D37-9B6F-B64421D29ADE}" type="presOf" srcId="{C6911511-63AC-4B1E-AE0A-44115166EB4E}" destId="{09FA0293-7AC4-4FCA-AFA9-C729E6685A61}" srcOrd="0" destOrd="0" presId="urn:microsoft.com/office/officeart/2005/8/layout/hList1"/>
    <dgm:cxn modelId="{80E265F0-6847-48F0-BCDF-475F783BB54C}" type="presOf" srcId="{F6085499-51E8-49BA-B9FD-4C22F1CD2BD1}" destId="{D2CFEA8B-54B4-41D9-BD5A-2222FDBAAB72}" srcOrd="0" destOrd="0" presId="urn:microsoft.com/office/officeart/2005/8/layout/hList1"/>
    <dgm:cxn modelId="{7608F4F8-0A96-419B-9514-FDAE961B155C}" type="presOf" srcId="{D9EFB44B-DAC4-40A8-9B7B-09E3EA04713F}" destId="{07EFAFFC-6AFF-44D6-8784-119A56BA102B}" srcOrd="0" destOrd="0" presId="urn:microsoft.com/office/officeart/2005/8/layout/hList1"/>
    <dgm:cxn modelId="{A5767EC4-9472-4C84-9668-CB424E4BADF0}" type="presParOf" srcId="{4A47585E-96AC-447B-B22F-C47B604CC485}" destId="{B810C790-EBF2-42F1-9932-63722734973E}" srcOrd="0" destOrd="0" presId="urn:microsoft.com/office/officeart/2005/8/layout/hList1"/>
    <dgm:cxn modelId="{6FD44FA7-BB80-4C04-8A38-C965B023370A}" type="presParOf" srcId="{B810C790-EBF2-42F1-9932-63722734973E}" destId="{9A9E8E26-4552-4FE4-A11C-10EFA8F03C62}" srcOrd="0" destOrd="0" presId="urn:microsoft.com/office/officeart/2005/8/layout/hList1"/>
    <dgm:cxn modelId="{A7E3EF68-0188-4474-BF7D-3CE0A2A6D892}" type="presParOf" srcId="{B810C790-EBF2-42F1-9932-63722734973E}" destId="{09FA0293-7AC4-4FCA-AFA9-C729E6685A61}" srcOrd="1" destOrd="0" presId="urn:microsoft.com/office/officeart/2005/8/layout/hList1"/>
    <dgm:cxn modelId="{1ADA831A-CDFA-47BF-8F91-AB487E3C6570}" type="presParOf" srcId="{4A47585E-96AC-447B-B22F-C47B604CC485}" destId="{ED9BC550-76CC-4922-BCB0-A1167CE0515E}" srcOrd="1" destOrd="0" presId="urn:microsoft.com/office/officeart/2005/8/layout/hList1"/>
    <dgm:cxn modelId="{D7760B41-1F90-4D68-825C-F4F12625DC31}" type="presParOf" srcId="{4A47585E-96AC-447B-B22F-C47B604CC485}" destId="{8FC92498-BE31-4C63-BF1C-5EBCA6C65328}" srcOrd="2" destOrd="0" presId="urn:microsoft.com/office/officeart/2005/8/layout/hList1"/>
    <dgm:cxn modelId="{BDCC4C0A-E72D-43B1-8D8E-49A304473A2C}" type="presParOf" srcId="{8FC92498-BE31-4C63-BF1C-5EBCA6C65328}" destId="{07EFAFFC-6AFF-44D6-8784-119A56BA102B}" srcOrd="0" destOrd="0" presId="urn:microsoft.com/office/officeart/2005/8/layout/hList1"/>
    <dgm:cxn modelId="{7C272337-7C3F-4812-B649-6D6EF0D2D94F}" type="presParOf" srcId="{8FC92498-BE31-4C63-BF1C-5EBCA6C65328}" destId="{6C0A3C09-CA90-4721-848C-C48606132E0D}" srcOrd="1" destOrd="0" presId="urn:microsoft.com/office/officeart/2005/8/layout/hList1"/>
    <dgm:cxn modelId="{3018B998-C33D-430A-A4AB-3ED2B4EE79D6}" type="presParOf" srcId="{4A47585E-96AC-447B-B22F-C47B604CC485}" destId="{C29858E2-388D-4980-8991-33BB6B553083}" srcOrd="3" destOrd="0" presId="urn:microsoft.com/office/officeart/2005/8/layout/hList1"/>
    <dgm:cxn modelId="{5DF4F651-7116-44E4-9E7E-419381D5BCBF}" type="presParOf" srcId="{4A47585E-96AC-447B-B22F-C47B604CC485}" destId="{813161A1-2E39-4F5B-9156-50AA4365E6D7}" srcOrd="4" destOrd="0" presId="urn:microsoft.com/office/officeart/2005/8/layout/hList1"/>
    <dgm:cxn modelId="{A7DA5927-B358-4520-9C89-5FFE8568005B}" type="presParOf" srcId="{813161A1-2E39-4F5B-9156-50AA4365E6D7}" destId="{D2CFEA8B-54B4-41D9-BD5A-2222FDBAAB72}" srcOrd="0" destOrd="0" presId="urn:microsoft.com/office/officeart/2005/8/layout/hList1"/>
    <dgm:cxn modelId="{C59D5272-9AD4-4874-B97C-9C63A4D56409}" type="presParOf" srcId="{813161A1-2E39-4F5B-9156-50AA4365E6D7}" destId="{21A3B1E3-3DFE-4FD6-845E-1AC68A08E19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BD0B04-91D4-45A2-91B3-B124A946D1A0}">
      <dsp:nvSpPr>
        <dsp:cNvPr id="0" name=""/>
        <dsp:cNvSpPr/>
      </dsp:nvSpPr>
      <dsp:spPr>
        <a:xfrm>
          <a:off x="1963800" y="691794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49248C-F355-49AC-A49A-7A6EB24E0979}">
      <dsp:nvSpPr>
        <dsp:cNvPr id="0" name=""/>
        <dsp:cNvSpPr/>
      </dsp:nvSpPr>
      <dsp:spPr>
        <a:xfrm>
          <a:off x="559800" y="233140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3600" kern="1200"/>
            <a:t>obiettivi</a:t>
          </a:r>
        </a:p>
      </dsp:txBody>
      <dsp:txXfrm>
        <a:off x="559800" y="2331407"/>
        <a:ext cx="4320000" cy="648000"/>
      </dsp:txXfrm>
    </dsp:sp>
    <dsp:sp modelId="{8B3CA08E-75B8-40B8-903C-21A42AE8FB8B}">
      <dsp:nvSpPr>
        <dsp:cNvPr id="0" name=""/>
        <dsp:cNvSpPr/>
      </dsp:nvSpPr>
      <dsp:spPr>
        <a:xfrm>
          <a:off x="559800" y="3038762"/>
          <a:ext cx="4320000" cy="620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Diagnosi precoce di tumore al seno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Caratterizzazione massa tumorale</a:t>
          </a:r>
        </a:p>
      </dsp:txBody>
      <dsp:txXfrm>
        <a:off x="559800" y="3038762"/>
        <a:ext cx="4320000" cy="620780"/>
      </dsp:txXfrm>
    </dsp:sp>
    <dsp:sp modelId="{227C083F-8B8D-425A-A6E1-414224A1F2CE}">
      <dsp:nvSpPr>
        <dsp:cNvPr id="0" name=""/>
        <dsp:cNvSpPr/>
      </dsp:nvSpPr>
      <dsp:spPr>
        <a:xfrm>
          <a:off x="7039800" y="691794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7DB164-5421-4F33-AF4C-F9295BDA9605}">
      <dsp:nvSpPr>
        <dsp:cNvPr id="0" name=""/>
        <dsp:cNvSpPr/>
      </dsp:nvSpPr>
      <dsp:spPr>
        <a:xfrm>
          <a:off x="5635800" y="233140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3600" kern="1200"/>
            <a:t>sfide</a:t>
          </a:r>
        </a:p>
      </dsp:txBody>
      <dsp:txXfrm>
        <a:off x="5635800" y="2331407"/>
        <a:ext cx="4320000" cy="648000"/>
      </dsp:txXfrm>
    </dsp:sp>
    <dsp:sp modelId="{5661DEEE-6D79-4F7F-ADD2-070C9608BE5C}">
      <dsp:nvSpPr>
        <dsp:cNvPr id="0" name=""/>
        <dsp:cNvSpPr/>
      </dsp:nvSpPr>
      <dsp:spPr>
        <a:xfrm>
          <a:off x="5635800" y="3038762"/>
          <a:ext cx="4320000" cy="620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Variabilità contrasto e rumore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Rilevamento dei bordi</a:t>
          </a:r>
        </a:p>
      </dsp:txBody>
      <dsp:txXfrm>
        <a:off x="5635800" y="3038762"/>
        <a:ext cx="4320000" cy="6207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2C8439-5DF2-45BF-B89C-1AAEF2274509}">
      <dsp:nvSpPr>
        <dsp:cNvPr id="0" name=""/>
        <dsp:cNvSpPr/>
      </dsp:nvSpPr>
      <dsp:spPr>
        <a:xfrm>
          <a:off x="1770116" y="731086"/>
          <a:ext cx="3758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5861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47885" y="774774"/>
        <a:ext cx="20323" cy="4064"/>
      </dsp:txXfrm>
    </dsp:sp>
    <dsp:sp modelId="{EDCD6EDA-D9BF-4BC0-B06B-9B030F3CD0BA}">
      <dsp:nvSpPr>
        <dsp:cNvPr id="0" name=""/>
        <dsp:cNvSpPr/>
      </dsp:nvSpPr>
      <dsp:spPr>
        <a:xfrm>
          <a:off x="4694" y="246639"/>
          <a:ext cx="1767222" cy="1060333"/>
        </a:xfrm>
        <a:prstGeom prst="rect">
          <a:avLst/>
        </a:prstGeom>
        <a:solidFill>
          <a:srgbClr val="13526E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6595" tIns="90897" rIns="86595" bIns="9089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Caricamento delle immagini  e Ground Truth </a:t>
          </a:r>
          <a:endParaRPr lang="en-US" sz="1500" kern="1200"/>
        </a:p>
      </dsp:txBody>
      <dsp:txXfrm>
        <a:off x="4694" y="246639"/>
        <a:ext cx="1767222" cy="1060333"/>
      </dsp:txXfrm>
    </dsp:sp>
    <dsp:sp modelId="{FF3288C0-3704-4D2A-A68A-6CCA2751EAAC}">
      <dsp:nvSpPr>
        <dsp:cNvPr id="0" name=""/>
        <dsp:cNvSpPr/>
      </dsp:nvSpPr>
      <dsp:spPr>
        <a:xfrm>
          <a:off x="3943800" y="731086"/>
          <a:ext cx="3758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5861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21569" y="774774"/>
        <a:ext cx="20323" cy="4064"/>
      </dsp:txXfrm>
    </dsp:sp>
    <dsp:sp modelId="{64F96574-1A4C-470A-9193-06116C6CA2C1}">
      <dsp:nvSpPr>
        <dsp:cNvPr id="0" name=""/>
        <dsp:cNvSpPr/>
      </dsp:nvSpPr>
      <dsp:spPr>
        <a:xfrm>
          <a:off x="2178377" y="246639"/>
          <a:ext cx="1767222" cy="1060333"/>
        </a:xfrm>
        <a:prstGeom prst="rect">
          <a:avLst/>
        </a:prstGeom>
        <a:solidFill>
          <a:srgbClr val="13526E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6595" tIns="90897" rIns="86595" bIns="9089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Suddivisione immagini in due gruppi: dataset di training e di test</a:t>
          </a:r>
          <a:endParaRPr lang="en-US" sz="1500" kern="1200"/>
        </a:p>
      </dsp:txBody>
      <dsp:txXfrm>
        <a:off x="2178377" y="246639"/>
        <a:ext cx="1767222" cy="1060333"/>
      </dsp:txXfrm>
    </dsp:sp>
    <dsp:sp modelId="{75D15691-11C4-446A-84AE-E27BD1E96676}">
      <dsp:nvSpPr>
        <dsp:cNvPr id="0" name=""/>
        <dsp:cNvSpPr/>
      </dsp:nvSpPr>
      <dsp:spPr>
        <a:xfrm>
          <a:off x="888305" y="1305173"/>
          <a:ext cx="4347366" cy="375861"/>
        </a:xfrm>
        <a:custGeom>
          <a:avLst/>
          <a:gdLst/>
          <a:ahLst/>
          <a:cxnLst/>
          <a:rect l="0" t="0" r="0" b="0"/>
          <a:pathLst>
            <a:path>
              <a:moveTo>
                <a:pt x="4347366" y="0"/>
              </a:moveTo>
              <a:lnTo>
                <a:pt x="4347366" y="205030"/>
              </a:lnTo>
              <a:lnTo>
                <a:pt x="0" y="205030"/>
              </a:lnTo>
              <a:lnTo>
                <a:pt x="0" y="375861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52830" y="1491071"/>
        <a:ext cx="218316" cy="4064"/>
      </dsp:txXfrm>
    </dsp:sp>
    <dsp:sp modelId="{876BD988-F1FC-4302-830D-DC99F6E11AD8}">
      <dsp:nvSpPr>
        <dsp:cNvPr id="0" name=""/>
        <dsp:cNvSpPr/>
      </dsp:nvSpPr>
      <dsp:spPr>
        <a:xfrm>
          <a:off x="4352061" y="246639"/>
          <a:ext cx="1767222" cy="1060333"/>
        </a:xfrm>
        <a:prstGeom prst="rect">
          <a:avLst/>
        </a:prstGeom>
        <a:solidFill>
          <a:srgbClr val="13526E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6595" tIns="90897" rIns="86595" bIns="9089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Pre-</a:t>
          </a:r>
          <a:r>
            <a:rPr lang="en-US" sz="1500" kern="1200" err="1"/>
            <a:t>processamento</a:t>
          </a:r>
          <a:endParaRPr lang="en-US" sz="1500" kern="1200"/>
        </a:p>
      </dsp:txBody>
      <dsp:txXfrm>
        <a:off x="4352061" y="246639"/>
        <a:ext cx="1767222" cy="1060333"/>
      </dsp:txXfrm>
    </dsp:sp>
    <dsp:sp modelId="{2106B8A2-CD30-46F6-86D0-EB3A8437ED13}">
      <dsp:nvSpPr>
        <dsp:cNvPr id="0" name=""/>
        <dsp:cNvSpPr/>
      </dsp:nvSpPr>
      <dsp:spPr>
        <a:xfrm>
          <a:off x="1770116" y="2197880"/>
          <a:ext cx="3758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5861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47885" y="2241568"/>
        <a:ext cx="20323" cy="4064"/>
      </dsp:txXfrm>
    </dsp:sp>
    <dsp:sp modelId="{FF8F3332-4782-44CF-A16F-45740F26F3BF}">
      <dsp:nvSpPr>
        <dsp:cNvPr id="0" name=""/>
        <dsp:cNvSpPr/>
      </dsp:nvSpPr>
      <dsp:spPr>
        <a:xfrm>
          <a:off x="4694" y="1713434"/>
          <a:ext cx="1767222" cy="1060333"/>
        </a:xfrm>
        <a:prstGeom prst="rect">
          <a:avLst/>
        </a:prstGeom>
        <a:solidFill>
          <a:srgbClr val="13526E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6595" tIns="90897" rIns="86595" bIns="9089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Addestramento dell’algoritmo tramite il dataset di training</a:t>
          </a:r>
          <a:endParaRPr lang="en-US" sz="1500" kern="1200"/>
        </a:p>
      </dsp:txBody>
      <dsp:txXfrm>
        <a:off x="4694" y="1713434"/>
        <a:ext cx="1767222" cy="1060333"/>
      </dsp:txXfrm>
    </dsp:sp>
    <dsp:sp modelId="{65526CC0-4D48-410B-AD28-9D44D568DBAD}">
      <dsp:nvSpPr>
        <dsp:cNvPr id="0" name=""/>
        <dsp:cNvSpPr/>
      </dsp:nvSpPr>
      <dsp:spPr>
        <a:xfrm>
          <a:off x="3943800" y="2197880"/>
          <a:ext cx="3758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5861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21569" y="2241568"/>
        <a:ext cx="20323" cy="4064"/>
      </dsp:txXfrm>
    </dsp:sp>
    <dsp:sp modelId="{CC36DA8A-8D11-4C4F-9FAE-14E6E7218ED6}">
      <dsp:nvSpPr>
        <dsp:cNvPr id="0" name=""/>
        <dsp:cNvSpPr/>
      </dsp:nvSpPr>
      <dsp:spPr>
        <a:xfrm>
          <a:off x="2178377" y="1713434"/>
          <a:ext cx="1767222" cy="1060333"/>
        </a:xfrm>
        <a:prstGeom prst="rect">
          <a:avLst/>
        </a:prstGeom>
        <a:solidFill>
          <a:srgbClr val="13526E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6595" tIns="90897" rIns="86595" bIns="9089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Ottimizzazione dei parametri CM, CR e FM</a:t>
          </a:r>
          <a:endParaRPr lang="en-US" sz="1500" kern="1200"/>
        </a:p>
      </dsp:txBody>
      <dsp:txXfrm>
        <a:off x="2178377" y="1713434"/>
        <a:ext cx="1767222" cy="1060333"/>
      </dsp:txXfrm>
    </dsp:sp>
    <dsp:sp modelId="{481D3448-CA67-48AF-A89A-BB5F077322CE}">
      <dsp:nvSpPr>
        <dsp:cNvPr id="0" name=""/>
        <dsp:cNvSpPr/>
      </dsp:nvSpPr>
      <dsp:spPr>
        <a:xfrm>
          <a:off x="888305" y="2771967"/>
          <a:ext cx="4347366" cy="375861"/>
        </a:xfrm>
        <a:custGeom>
          <a:avLst/>
          <a:gdLst/>
          <a:ahLst/>
          <a:cxnLst/>
          <a:rect l="0" t="0" r="0" b="0"/>
          <a:pathLst>
            <a:path>
              <a:moveTo>
                <a:pt x="4347366" y="0"/>
              </a:moveTo>
              <a:lnTo>
                <a:pt x="4347366" y="205030"/>
              </a:lnTo>
              <a:lnTo>
                <a:pt x="0" y="205030"/>
              </a:lnTo>
              <a:lnTo>
                <a:pt x="0" y="375861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52830" y="2957865"/>
        <a:ext cx="218316" cy="4064"/>
      </dsp:txXfrm>
    </dsp:sp>
    <dsp:sp modelId="{929C5352-036A-4B55-BD09-3C65B6E38C7D}">
      <dsp:nvSpPr>
        <dsp:cNvPr id="0" name=""/>
        <dsp:cNvSpPr/>
      </dsp:nvSpPr>
      <dsp:spPr>
        <a:xfrm>
          <a:off x="4352061" y="1713434"/>
          <a:ext cx="1767222" cy="1060333"/>
        </a:xfrm>
        <a:prstGeom prst="rect">
          <a:avLst/>
        </a:prstGeom>
        <a:solidFill>
          <a:srgbClr val="13526E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6595" tIns="90897" rIns="86595" bIns="9089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Applicazione al dataset di test </a:t>
          </a:r>
          <a:endParaRPr lang="en-US" sz="1500" kern="1200"/>
        </a:p>
      </dsp:txBody>
      <dsp:txXfrm>
        <a:off x="4352061" y="1713434"/>
        <a:ext cx="1767222" cy="1060333"/>
      </dsp:txXfrm>
    </dsp:sp>
    <dsp:sp modelId="{B7A007BC-2D40-42E5-A5FA-02CBF1A6D7F5}">
      <dsp:nvSpPr>
        <dsp:cNvPr id="0" name=""/>
        <dsp:cNvSpPr/>
      </dsp:nvSpPr>
      <dsp:spPr>
        <a:xfrm>
          <a:off x="4694" y="3180228"/>
          <a:ext cx="1767222" cy="1060333"/>
        </a:xfrm>
        <a:prstGeom prst="rect">
          <a:avLst/>
        </a:prstGeom>
        <a:solidFill>
          <a:srgbClr val="13526E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6595" tIns="90897" rIns="86595" bIns="9089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Raccolta dei valori ottenuti</a:t>
          </a:r>
          <a:endParaRPr lang="en-US" sz="1500" kern="1200"/>
        </a:p>
      </dsp:txBody>
      <dsp:txXfrm>
        <a:off x="4694" y="3180228"/>
        <a:ext cx="1767222" cy="10603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3FDBCF-B6F9-46AA-A3E4-13F4203D6F46}">
      <dsp:nvSpPr>
        <dsp:cNvPr id="0" name=""/>
        <dsp:cNvSpPr/>
      </dsp:nvSpPr>
      <dsp:spPr>
        <a:xfrm>
          <a:off x="394974" y="1482412"/>
          <a:ext cx="645468" cy="6454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A4E1A1-C3DB-4B3B-B199-C2E48F3255C0}">
      <dsp:nvSpPr>
        <dsp:cNvPr id="0" name=""/>
        <dsp:cNvSpPr/>
      </dsp:nvSpPr>
      <dsp:spPr>
        <a:xfrm>
          <a:off x="521" y="2394947"/>
          <a:ext cx="1434374" cy="57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Creazione dei percorsi delle cartelle di Training e Test</a:t>
          </a:r>
          <a:endParaRPr lang="en-US" sz="12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21" y="2394947"/>
        <a:ext cx="1434374" cy="573750"/>
      </dsp:txXfrm>
    </dsp:sp>
    <dsp:sp modelId="{8359FD31-23EE-47A6-8BCC-83818117E27A}">
      <dsp:nvSpPr>
        <dsp:cNvPr id="0" name=""/>
        <dsp:cNvSpPr/>
      </dsp:nvSpPr>
      <dsp:spPr>
        <a:xfrm>
          <a:off x="2080364" y="1482412"/>
          <a:ext cx="645468" cy="6454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EFC336-40A4-45F8-99DE-5D19E97401A4}">
      <dsp:nvSpPr>
        <dsp:cNvPr id="0" name=""/>
        <dsp:cNvSpPr/>
      </dsp:nvSpPr>
      <dsp:spPr>
        <a:xfrm>
          <a:off x="1685911" y="2394947"/>
          <a:ext cx="1434374" cy="57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Caricamento delle immagini di Training</a:t>
          </a:r>
          <a:endParaRPr lang="en-US" sz="12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685911" y="2394947"/>
        <a:ext cx="1434374" cy="573750"/>
      </dsp:txXfrm>
    </dsp:sp>
    <dsp:sp modelId="{CFE9B947-5FE6-4E89-A837-0CFBF6DD2980}">
      <dsp:nvSpPr>
        <dsp:cNvPr id="0" name=""/>
        <dsp:cNvSpPr/>
      </dsp:nvSpPr>
      <dsp:spPr>
        <a:xfrm>
          <a:off x="3765755" y="1482412"/>
          <a:ext cx="645468" cy="6454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6B9997-5B36-468E-B530-A1E04EB8EC9B}">
      <dsp:nvSpPr>
        <dsp:cNvPr id="0" name=""/>
        <dsp:cNvSpPr/>
      </dsp:nvSpPr>
      <dsp:spPr>
        <a:xfrm>
          <a:off x="3371302" y="2394947"/>
          <a:ext cx="1434374" cy="57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Definizione</a:t>
          </a:r>
          <a:r>
            <a:rPr lang="en-US" sz="12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200" kern="120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della</a:t>
          </a:r>
          <a:r>
            <a:rPr lang="en-US" sz="12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CNN</a:t>
          </a:r>
        </a:p>
      </dsp:txBody>
      <dsp:txXfrm>
        <a:off x="3371302" y="2394947"/>
        <a:ext cx="1434374" cy="573750"/>
      </dsp:txXfrm>
    </dsp:sp>
    <dsp:sp modelId="{ABAB0AAC-0917-4061-8DF2-969A98DD4194}">
      <dsp:nvSpPr>
        <dsp:cNvPr id="0" name=""/>
        <dsp:cNvSpPr/>
      </dsp:nvSpPr>
      <dsp:spPr>
        <a:xfrm>
          <a:off x="5451146" y="1482412"/>
          <a:ext cx="645468" cy="6454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2FAAB9-CE0C-4A44-9FF9-883BBCAA7C8B}">
      <dsp:nvSpPr>
        <dsp:cNvPr id="0" name=""/>
        <dsp:cNvSpPr/>
      </dsp:nvSpPr>
      <dsp:spPr>
        <a:xfrm>
          <a:off x="5056692" y="2394947"/>
          <a:ext cx="1434374" cy="57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Addestramento</a:t>
          </a:r>
          <a:r>
            <a:rPr lang="en-US" sz="12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200" kern="120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della</a:t>
          </a:r>
          <a:r>
            <a:rPr lang="en-US" sz="12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CNN</a:t>
          </a:r>
        </a:p>
      </dsp:txBody>
      <dsp:txXfrm>
        <a:off x="5056692" y="2394947"/>
        <a:ext cx="1434374" cy="573750"/>
      </dsp:txXfrm>
    </dsp:sp>
    <dsp:sp modelId="{3B88F27F-8D83-4E5C-9F91-C0C7C588D9B5}">
      <dsp:nvSpPr>
        <dsp:cNvPr id="0" name=""/>
        <dsp:cNvSpPr/>
      </dsp:nvSpPr>
      <dsp:spPr>
        <a:xfrm>
          <a:off x="7136536" y="1482412"/>
          <a:ext cx="645468" cy="64546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0FB1F2-BA00-4E23-8A9B-6E581BC43612}">
      <dsp:nvSpPr>
        <dsp:cNvPr id="0" name=""/>
        <dsp:cNvSpPr/>
      </dsp:nvSpPr>
      <dsp:spPr>
        <a:xfrm>
          <a:off x="6742083" y="2394947"/>
          <a:ext cx="1434374" cy="57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Accuratezza in Training</a:t>
          </a:r>
          <a:endParaRPr lang="en-US" sz="12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6742083" y="2394947"/>
        <a:ext cx="1434374" cy="573750"/>
      </dsp:txXfrm>
    </dsp:sp>
    <dsp:sp modelId="{3238781A-F576-4CD7-B194-67AD1DA2652A}">
      <dsp:nvSpPr>
        <dsp:cNvPr id="0" name=""/>
        <dsp:cNvSpPr/>
      </dsp:nvSpPr>
      <dsp:spPr>
        <a:xfrm>
          <a:off x="8821927" y="1482412"/>
          <a:ext cx="645468" cy="64546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5530C5-7402-4A2D-921B-CBB3417844C1}">
      <dsp:nvSpPr>
        <dsp:cNvPr id="0" name=""/>
        <dsp:cNvSpPr/>
      </dsp:nvSpPr>
      <dsp:spPr>
        <a:xfrm>
          <a:off x="8427474" y="2394947"/>
          <a:ext cx="1434374" cy="57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Test </a:t>
          </a:r>
          <a:r>
            <a:rPr lang="en-US" sz="1200" kern="120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della</a:t>
          </a:r>
          <a:r>
            <a:rPr lang="en-US" sz="12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CNN</a:t>
          </a:r>
        </a:p>
      </dsp:txBody>
      <dsp:txXfrm>
        <a:off x="8427474" y="2394947"/>
        <a:ext cx="1434374" cy="573750"/>
      </dsp:txXfrm>
    </dsp:sp>
    <dsp:sp modelId="{E788BEE3-4DB3-4C88-9AD0-FCDD6670BF4F}">
      <dsp:nvSpPr>
        <dsp:cNvPr id="0" name=""/>
        <dsp:cNvSpPr/>
      </dsp:nvSpPr>
      <dsp:spPr>
        <a:xfrm>
          <a:off x="10507317" y="1482412"/>
          <a:ext cx="645468" cy="64546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D1FA4A-9397-4293-8EBB-CD45F5543D21}">
      <dsp:nvSpPr>
        <dsp:cNvPr id="0" name=""/>
        <dsp:cNvSpPr/>
      </dsp:nvSpPr>
      <dsp:spPr>
        <a:xfrm>
          <a:off x="10112864" y="2394947"/>
          <a:ext cx="1434374" cy="57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Prestazioni</a:t>
          </a:r>
          <a:r>
            <a:rPr lang="en-US" sz="12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in Test</a:t>
          </a:r>
        </a:p>
      </dsp:txBody>
      <dsp:txXfrm>
        <a:off x="10112864" y="2394947"/>
        <a:ext cx="1434374" cy="5737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795F26-D105-4BA0-8E39-D40B2D1E486A}">
      <dsp:nvSpPr>
        <dsp:cNvPr id="0" name=""/>
        <dsp:cNvSpPr/>
      </dsp:nvSpPr>
      <dsp:spPr>
        <a:xfrm>
          <a:off x="324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/>
        </a:p>
      </dsp:txBody>
      <dsp:txXfrm>
        <a:off x="104336" y="1718330"/>
        <a:ext cx="312036" cy="208023"/>
      </dsp:txXfrm>
    </dsp:sp>
    <dsp:sp modelId="{D11477C4-FE8B-456A-A4B2-56A16E66F75C}">
      <dsp:nvSpPr>
        <dsp:cNvPr id="0" name=""/>
        <dsp:cNvSpPr/>
      </dsp:nvSpPr>
      <dsp:spPr>
        <a:xfrm>
          <a:off x="468378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/>
        </a:p>
      </dsp:txBody>
      <dsp:txXfrm>
        <a:off x="572390" y="1718330"/>
        <a:ext cx="312036" cy="208023"/>
      </dsp:txXfrm>
    </dsp:sp>
    <dsp:sp modelId="{3965C207-2DEC-4945-9007-3775A1828116}">
      <dsp:nvSpPr>
        <dsp:cNvPr id="0" name=""/>
        <dsp:cNvSpPr/>
      </dsp:nvSpPr>
      <dsp:spPr>
        <a:xfrm>
          <a:off x="936431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>
              <a:latin typeface="Aptos Display" panose="02110004020202020204"/>
            </a:rPr>
            <a:t> </a:t>
          </a:r>
          <a:endParaRPr lang="it-IT" sz="1200" kern="1200"/>
        </a:p>
      </dsp:txBody>
      <dsp:txXfrm>
        <a:off x="1040443" y="1718330"/>
        <a:ext cx="312036" cy="208023"/>
      </dsp:txXfrm>
    </dsp:sp>
    <dsp:sp modelId="{5E50135D-1C70-4C96-8B61-0A0DAC740D98}">
      <dsp:nvSpPr>
        <dsp:cNvPr id="0" name=""/>
        <dsp:cNvSpPr/>
      </dsp:nvSpPr>
      <dsp:spPr>
        <a:xfrm>
          <a:off x="1404485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>
            <a:latin typeface="Aptos Display" panose="02110004020202020204"/>
          </a:endParaRPr>
        </a:p>
      </dsp:txBody>
      <dsp:txXfrm>
        <a:off x="1508497" y="1718330"/>
        <a:ext cx="312036" cy="208023"/>
      </dsp:txXfrm>
    </dsp:sp>
    <dsp:sp modelId="{032D4351-ED52-4B51-9E8D-24F967F723F4}">
      <dsp:nvSpPr>
        <dsp:cNvPr id="0" name=""/>
        <dsp:cNvSpPr/>
      </dsp:nvSpPr>
      <dsp:spPr>
        <a:xfrm>
          <a:off x="1872539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>
            <a:latin typeface="Aptos Display" panose="02110004020202020204"/>
          </a:endParaRPr>
        </a:p>
      </dsp:txBody>
      <dsp:txXfrm>
        <a:off x="1976551" y="1718330"/>
        <a:ext cx="312036" cy="208023"/>
      </dsp:txXfrm>
    </dsp:sp>
    <dsp:sp modelId="{E97C5053-1DC7-42E2-B91A-350A839AC74E}">
      <dsp:nvSpPr>
        <dsp:cNvPr id="0" name=""/>
        <dsp:cNvSpPr/>
      </dsp:nvSpPr>
      <dsp:spPr>
        <a:xfrm>
          <a:off x="2340593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>
            <a:latin typeface="Aptos Display" panose="02110004020202020204"/>
          </a:endParaRPr>
        </a:p>
      </dsp:txBody>
      <dsp:txXfrm>
        <a:off x="2444605" y="1718330"/>
        <a:ext cx="312036" cy="208023"/>
      </dsp:txXfrm>
    </dsp:sp>
    <dsp:sp modelId="{F2D68CA6-1874-49FB-B584-A4CF53B7900B}">
      <dsp:nvSpPr>
        <dsp:cNvPr id="0" name=""/>
        <dsp:cNvSpPr/>
      </dsp:nvSpPr>
      <dsp:spPr>
        <a:xfrm>
          <a:off x="2808647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>
            <a:latin typeface="Aptos Display" panose="02110004020202020204"/>
          </a:endParaRPr>
        </a:p>
      </dsp:txBody>
      <dsp:txXfrm>
        <a:off x="2912659" y="1718330"/>
        <a:ext cx="312036" cy="208023"/>
      </dsp:txXfrm>
    </dsp:sp>
    <dsp:sp modelId="{5E39D867-E666-42ED-9F6E-9045B4BDA254}">
      <dsp:nvSpPr>
        <dsp:cNvPr id="0" name=""/>
        <dsp:cNvSpPr/>
      </dsp:nvSpPr>
      <dsp:spPr>
        <a:xfrm>
          <a:off x="3276700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>
            <a:latin typeface="Aptos Display" panose="02110004020202020204"/>
          </a:endParaRPr>
        </a:p>
      </dsp:txBody>
      <dsp:txXfrm>
        <a:off x="3380712" y="1718330"/>
        <a:ext cx="312036" cy="2080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795F26-D105-4BA0-8E39-D40B2D1E486A}">
      <dsp:nvSpPr>
        <dsp:cNvPr id="0" name=""/>
        <dsp:cNvSpPr/>
      </dsp:nvSpPr>
      <dsp:spPr>
        <a:xfrm>
          <a:off x="324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/>
        </a:p>
      </dsp:txBody>
      <dsp:txXfrm>
        <a:off x="104336" y="1718330"/>
        <a:ext cx="312036" cy="208023"/>
      </dsp:txXfrm>
    </dsp:sp>
    <dsp:sp modelId="{D11477C4-FE8B-456A-A4B2-56A16E66F75C}">
      <dsp:nvSpPr>
        <dsp:cNvPr id="0" name=""/>
        <dsp:cNvSpPr/>
      </dsp:nvSpPr>
      <dsp:spPr>
        <a:xfrm>
          <a:off x="468378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/>
        </a:p>
      </dsp:txBody>
      <dsp:txXfrm>
        <a:off x="572390" y="1718330"/>
        <a:ext cx="312036" cy="208023"/>
      </dsp:txXfrm>
    </dsp:sp>
    <dsp:sp modelId="{3965C207-2DEC-4945-9007-3775A1828116}">
      <dsp:nvSpPr>
        <dsp:cNvPr id="0" name=""/>
        <dsp:cNvSpPr/>
      </dsp:nvSpPr>
      <dsp:spPr>
        <a:xfrm>
          <a:off x="936431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>
              <a:latin typeface="Aptos Display" panose="02110004020202020204"/>
            </a:rPr>
            <a:t> </a:t>
          </a:r>
          <a:endParaRPr lang="it-IT" sz="1200" kern="1200"/>
        </a:p>
      </dsp:txBody>
      <dsp:txXfrm>
        <a:off x="1040443" y="1718330"/>
        <a:ext cx="312036" cy="208023"/>
      </dsp:txXfrm>
    </dsp:sp>
    <dsp:sp modelId="{5E50135D-1C70-4C96-8B61-0A0DAC740D98}">
      <dsp:nvSpPr>
        <dsp:cNvPr id="0" name=""/>
        <dsp:cNvSpPr/>
      </dsp:nvSpPr>
      <dsp:spPr>
        <a:xfrm>
          <a:off x="1404485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>
            <a:latin typeface="Aptos Display" panose="02110004020202020204"/>
          </a:endParaRPr>
        </a:p>
      </dsp:txBody>
      <dsp:txXfrm>
        <a:off x="1508497" y="1718330"/>
        <a:ext cx="312036" cy="208023"/>
      </dsp:txXfrm>
    </dsp:sp>
    <dsp:sp modelId="{032D4351-ED52-4B51-9E8D-24F967F723F4}">
      <dsp:nvSpPr>
        <dsp:cNvPr id="0" name=""/>
        <dsp:cNvSpPr/>
      </dsp:nvSpPr>
      <dsp:spPr>
        <a:xfrm>
          <a:off x="1872539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>
            <a:latin typeface="Aptos Display" panose="02110004020202020204"/>
          </a:endParaRPr>
        </a:p>
      </dsp:txBody>
      <dsp:txXfrm>
        <a:off x="1976551" y="1718330"/>
        <a:ext cx="312036" cy="208023"/>
      </dsp:txXfrm>
    </dsp:sp>
    <dsp:sp modelId="{E97C5053-1DC7-42E2-B91A-350A839AC74E}">
      <dsp:nvSpPr>
        <dsp:cNvPr id="0" name=""/>
        <dsp:cNvSpPr/>
      </dsp:nvSpPr>
      <dsp:spPr>
        <a:xfrm>
          <a:off x="2340593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>
            <a:latin typeface="Aptos Display" panose="02110004020202020204"/>
          </a:endParaRPr>
        </a:p>
      </dsp:txBody>
      <dsp:txXfrm>
        <a:off x="2444605" y="1718330"/>
        <a:ext cx="312036" cy="208023"/>
      </dsp:txXfrm>
    </dsp:sp>
    <dsp:sp modelId="{F2D68CA6-1874-49FB-B584-A4CF53B7900B}">
      <dsp:nvSpPr>
        <dsp:cNvPr id="0" name=""/>
        <dsp:cNvSpPr/>
      </dsp:nvSpPr>
      <dsp:spPr>
        <a:xfrm>
          <a:off x="2808647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>
            <a:latin typeface="Aptos Display" panose="02110004020202020204"/>
          </a:endParaRPr>
        </a:p>
      </dsp:txBody>
      <dsp:txXfrm>
        <a:off x="2912659" y="1718330"/>
        <a:ext cx="312036" cy="208023"/>
      </dsp:txXfrm>
    </dsp:sp>
    <dsp:sp modelId="{5E39D867-E666-42ED-9F6E-9045B4BDA254}">
      <dsp:nvSpPr>
        <dsp:cNvPr id="0" name=""/>
        <dsp:cNvSpPr/>
      </dsp:nvSpPr>
      <dsp:spPr>
        <a:xfrm>
          <a:off x="3276700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>
            <a:latin typeface="Aptos Display" panose="02110004020202020204"/>
          </a:endParaRPr>
        </a:p>
      </dsp:txBody>
      <dsp:txXfrm>
        <a:off x="3380712" y="1718330"/>
        <a:ext cx="312036" cy="20802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795F26-D105-4BA0-8E39-D40B2D1E486A}">
      <dsp:nvSpPr>
        <dsp:cNvPr id="0" name=""/>
        <dsp:cNvSpPr/>
      </dsp:nvSpPr>
      <dsp:spPr>
        <a:xfrm>
          <a:off x="324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/>
        </a:p>
      </dsp:txBody>
      <dsp:txXfrm>
        <a:off x="104336" y="1718330"/>
        <a:ext cx="312036" cy="208023"/>
      </dsp:txXfrm>
    </dsp:sp>
    <dsp:sp modelId="{D11477C4-FE8B-456A-A4B2-56A16E66F75C}">
      <dsp:nvSpPr>
        <dsp:cNvPr id="0" name=""/>
        <dsp:cNvSpPr/>
      </dsp:nvSpPr>
      <dsp:spPr>
        <a:xfrm>
          <a:off x="468378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/>
        </a:p>
      </dsp:txBody>
      <dsp:txXfrm>
        <a:off x="572390" y="1718330"/>
        <a:ext cx="312036" cy="208023"/>
      </dsp:txXfrm>
    </dsp:sp>
    <dsp:sp modelId="{3965C207-2DEC-4945-9007-3775A1828116}">
      <dsp:nvSpPr>
        <dsp:cNvPr id="0" name=""/>
        <dsp:cNvSpPr/>
      </dsp:nvSpPr>
      <dsp:spPr>
        <a:xfrm>
          <a:off x="936431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>
              <a:latin typeface="Aptos Display" panose="02110004020202020204"/>
            </a:rPr>
            <a:t> </a:t>
          </a:r>
          <a:endParaRPr lang="it-IT" sz="1200" kern="1200"/>
        </a:p>
      </dsp:txBody>
      <dsp:txXfrm>
        <a:off x="1040443" y="1718330"/>
        <a:ext cx="312036" cy="208023"/>
      </dsp:txXfrm>
    </dsp:sp>
    <dsp:sp modelId="{5E50135D-1C70-4C96-8B61-0A0DAC740D98}">
      <dsp:nvSpPr>
        <dsp:cNvPr id="0" name=""/>
        <dsp:cNvSpPr/>
      </dsp:nvSpPr>
      <dsp:spPr>
        <a:xfrm>
          <a:off x="1404485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>
            <a:latin typeface="Aptos Display" panose="02110004020202020204"/>
          </a:endParaRPr>
        </a:p>
      </dsp:txBody>
      <dsp:txXfrm>
        <a:off x="1508497" y="1718330"/>
        <a:ext cx="312036" cy="208023"/>
      </dsp:txXfrm>
    </dsp:sp>
    <dsp:sp modelId="{032D4351-ED52-4B51-9E8D-24F967F723F4}">
      <dsp:nvSpPr>
        <dsp:cNvPr id="0" name=""/>
        <dsp:cNvSpPr/>
      </dsp:nvSpPr>
      <dsp:spPr>
        <a:xfrm>
          <a:off x="1872539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>
            <a:latin typeface="Aptos Display" panose="02110004020202020204"/>
          </a:endParaRPr>
        </a:p>
      </dsp:txBody>
      <dsp:txXfrm>
        <a:off x="1976551" y="1718330"/>
        <a:ext cx="312036" cy="208023"/>
      </dsp:txXfrm>
    </dsp:sp>
    <dsp:sp modelId="{E97C5053-1DC7-42E2-B91A-350A839AC74E}">
      <dsp:nvSpPr>
        <dsp:cNvPr id="0" name=""/>
        <dsp:cNvSpPr/>
      </dsp:nvSpPr>
      <dsp:spPr>
        <a:xfrm>
          <a:off x="2340593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>
            <a:latin typeface="Aptos Display" panose="02110004020202020204"/>
          </a:endParaRPr>
        </a:p>
      </dsp:txBody>
      <dsp:txXfrm>
        <a:off x="2444605" y="1718330"/>
        <a:ext cx="312036" cy="208023"/>
      </dsp:txXfrm>
    </dsp:sp>
    <dsp:sp modelId="{F2D68CA6-1874-49FB-B584-A4CF53B7900B}">
      <dsp:nvSpPr>
        <dsp:cNvPr id="0" name=""/>
        <dsp:cNvSpPr/>
      </dsp:nvSpPr>
      <dsp:spPr>
        <a:xfrm>
          <a:off x="2808647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>
            <a:latin typeface="Aptos Display" panose="02110004020202020204"/>
          </a:endParaRPr>
        </a:p>
      </dsp:txBody>
      <dsp:txXfrm>
        <a:off x="2912659" y="1718330"/>
        <a:ext cx="312036" cy="208023"/>
      </dsp:txXfrm>
    </dsp:sp>
    <dsp:sp modelId="{5E39D867-E666-42ED-9F6E-9045B4BDA254}">
      <dsp:nvSpPr>
        <dsp:cNvPr id="0" name=""/>
        <dsp:cNvSpPr/>
      </dsp:nvSpPr>
      <dsp:spPr>
        <a:xfrm>
          <a:off x="3276700" y="1718330"/>
          <a:ext cx="520059" cy="208023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200" kern="1200">
            <a:latin typeface="Aptos Display" panose="02110004020202020204"/>
          </a:endParaRPr>
        </a:p>
      </dsp:txBody>
      <dsp:txXfrm>
        <a:off x="3380712" y="1718330"/>
        <a:ext cx="312036" cy="20802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F212D6-4F64-4CF9-B9B2-FC3C913D05EF}">
      <dsp:nvSpPr>
        <dsp:cNvPr id="0" name=""/>
        <dsp:cNvSpPr/>
      </dsp:nvSpPr>
      <dsp:spPr>
        <a:xfrm>
          <a:off x="1244" y="1219127"/>
          <a:ext cx="1213096" cy="48523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>
              <a:latin typeface="Aptos Display" panose="02110004020202020204"/>
            </a:rPr>
            <a:t>FM</a:t>
          </a:r>
          <a:endParaRPr lang="it-IT" sz="2100" kern="1200"/>
        </a:p>
      </dsp:txBody>
      <dsp:txXfrm>
        <a:off x="1244" y="1219127"/>
        <a:ext cx="1213096" cy="485238"/>
      </dsp:txXfrm>
    </dsp:sp>
    <dsp:sp modelId="{29B03636-FEAF-47AE-B366-979892DF416B}">
      <dsp:nvSpPr>
        <dsp:cNvPr id="0" name=""/>
        <dsp:cNvSpPr/>
      </dsp:nvSpPr>
      <dsp:spPr>
        <a:xfrm>
          <a:off x="1244" y="1704366"/>
          <a:ext cx="1213096" cy="92232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100" kern="1200">
              <a:latin typeface="Aptos Display" panose="02110004020202020204"/>
            </a:rPr>
            <a:t>0.94</a:t>
          </a:r>
          <a:endParaRPr lang="it-IT" sz="2100" kern="1200"/>
        </a:p>
      </dsp:txBody>
      <dsp:txXfrm>
        <a:off x="1244" y="1704366"/>
        <a:ext cx="1213096" cy="922320"/>
      </dsp:txXfrm>
    </dsp:sp>
    <dsp:sp modelId="{C35AD9F6-0AC3-4728-A774-D1484B855060}">
      <dsp:nvSpPr>
        <dsp:cNvPr id="0" name=""/>
        <dsp:cNvSpPr/>
      </dsp:nvSpPr>
      <dsp:spPr>
        <a:xfrm>
          <a:off x="1384174" y="1219127"/>
          <a:ext cx="1213096" cy="48523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>
              <a:latin typeface="Aptos Display" panose="02110004020202020204"/>
            </a:rPr>
            <a:t>CM</a:t>
          </a:r>
          <a:endParaRPr lang="it-IT" sz="2100" kern="1200"/>
        </a:p>
      </dsp:txBody>
      <dsp:txXfrm>
        <a:off x="1384174" y="1219127"/>
        <a:ext cx="1213096" cy="485238"/>
      </dsp:txXfrm>
    </dsp:sp>
    <dsp:sp modelId="{2C11810E-650F-4AF0-AA14-E485FA13F93D}">
      <dsp:nvSpPr>
        <dsp:cNvPr id="0" name=""/>
        <dsp:cNvSpPr/>
      </dsp:nvSpPr>
      <dsp:spPr>
        <a:xfrm>
          <a:off x="1384174" y="1704366"/>
          <a:ext cx="1213096" cy="92232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100" kern="1200">
              <a:latin typeface="Aptos Display" panose="02110004020202020204"/>
            </a:rPr>
            <a:t>1</a:t>
          </a:r>
          <a:endParaRPr lang="it-IT" sz="2100" kern="1200"/>
        </a:p>
      </dsp:txBody>
      <dsp:txXfrm>
        <a:off x="1384174" y="1704366"/>
        <a:ext cx="1213096" cy="922320"/>
      </dsp:txXfrm>
    </dsp:sp>
    <dsp:sp modelId="{D61D95FE-C101-4723-B9E2-C4AAA417D67E}">
      <dsp:nvSpPr>
        <dsp:cNvPr id="0" name=""/>
        <dsp:cNvSpPr/>
      </dsp:nvSpPr>
      <dsp:spPr>
        <a:xfrm>
          <a:off x="2767104" y="1219127"/>
          <a:ext cx="1213096" cy="48523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>
              <a:latin typeface="Aptos Display" panose="02110004020202020204"/>
            </a:rPr>
            <a:t>CR</a:t>
          </a:r>
          <a:endParaRPr lang="it-IT" sz="2100" kern="1200"/>
        </a:p>
      </dsp:txBody>
      <dsp:txXfrm>
        <a:off x="2767104" y="1219127"/>
        <a:ext cx="1213096" cy="485238"/>
      </dsp:txXfrm>
    </dsp:sp>
    <dsp:sp modelId="{56735E8D-FD4A-4FAE-8A84-E5BDBC64C8DE}">
      <dsp:nvSpPr>
        <dsp:cNvPr id="0" name=""/>
        <dsp:cNvSpPr/>
      </dsp:nvSpPr>
      <dsp:spPr>
        <a:xfrm>
          <a:off x="2767104" y="1704366"/>
          <a:ext cx="1213096" cy="92232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100" kern="1200">
              <a:latin typeface="Aptos Display" panose="02110004020202020204"/>
            </a:rPr>
            <a:t>0.88</a:t>
          </a:r>
          <a:endParaRPr lang="it-IT" sz="2100" kern="1200"/>
        </a:p>
      </dsp:txBody>
      <dsp:txXfrm>
        <a:off x="2767104" y="1704366"/>
        <a:ext cx="1213096" cy="92232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9E8E26-4552-4FE4-A11C-10EFA8F03C62}">
      <dsp:nvSpPr>
        <dsp:cNvPr id="0" name=""/>
        <dsp:cNvSpPr/>
      </dsp:nvSpPr>
      <dsp:spPr>
        <a:xfrm>
          <a:off x="1377" y="1027950"/>
          <a:ext cx="1343311" cy="53732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>
              <a:latin typeface="Aptos Display" panose="02110004020202020204"/>
            </a:rPr>
            <a:t>FM</a:t>
          </a:r>
          <a:endParaRPr lang="it-IT" sz="2400" kern="1200"/>
        </a:p>
      </dsp:txBody>
      <dsp:txXfrm>
        <a:off x="1377" y="1027950"/>
        <a:ext cx="1343311" cy="537324"/>
      </dsp:txXfrm>
    </dsp:sp>
    <dsp:sp modelId="{09FA0293-7AC4-4FCA-AFA9-C729E6685A61}">
      <dsp:nvSpPr>
        <dsp:cNvPr id="0" name=""/>
        <dsp:cNvSpPr/>
      </dsp:nvSpPr>
      <dsp:spPr>
        <a:xfrm>
          <a:off x="1377" y="1565275"/>
          <a:ext cx="1343311" cy="105408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400" kern="1200">
              <a:latin typeface="Aptos Display" panose="02110004020202020204"/>
            </a:rPr>
            <a:t>0.60</a:t>
          </a:r>
          <a:endParaRPr lang="it-IT" sz="2400" kern="1200"/>
        </a:p>
      </dsp:txBody>
      <dsp:txXfrm>
        <a:off x="1377" y="1565275"/>
        <a:ext cx="1343311" cy="1054080"/>
      </dsp:txXfrm>
    </dsp:sp>
    <dsp:sp modelId="{07EFAFFC-6AFF-44D6-8784-119A56BA102B}">
      <dsp:nvSpPr>
        <dsp:cNvPr id="0" name=""/>
        <dsp:cNvSpPr/>
      </dsp:nvSpPr>
      <dsp:spPr>
        <a:xfrm>
          <a:off x="1532752" y="1027950"/>
          <a:ext cx="1343311" cy="53732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>
              <a:latin typeface="Aptos Display" panose="02110004020202020204"/>
            </a:rPr>
            <a:t>CM</a:t>
          </a:r>
          <a:endParaRPr lang="it-IT" sz="2400" kern="1200"/>
        </a:p>
      </dsp:txBody>
      <dsp:txXfrm>
        <a:off x="1532752" y="1027950"/>
        <a:ext cx="1343311" cy="537324"/>
      </dsp:txXfrm>
    </dsp:sp>
    <dsp:sp modelId="{6C0A3C09-CA90-4721-848C-C48606132E0D}">
      <dsp:nvSpPr>
        <dsp:cNvPr id="0" name=""/>
        <dsp:cNvSpPr/>
      </dsp:nvSpPr>
      <dsp:spPr>
        <a:xfrm>
          <a:off x="1532752" y="1565275"/>
          <a:ext cx="1343311" cy="105408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400" kern="1200">
              <a:latin typeface="Aptos Display" panose="02110004020202020204"/>
            </a:rPr>
            <a:t>1</a:t>
          </a:r>
          <a:endParaRPr lang="it-IT" sz="2400" kern="1200"/>
        </a:p>
      </dsp:txBody>
      <dsp:txXfrm>
        <a:off x="1532752" y="1565275"/>
        <a:ext cx="1343311" cy="1054080"/>
      </dsp:txXfrm>
    </dsp:sp>
    <dsp:sp modelId="{D2CFEA8B-54B4-41D9-BD5A-2222FDBAAB72}">
      <dsp:nvSpPr>
        <dsp:cNvPr id="0" name=""/>
        <dsp:cNvSpPr/>
      </dsp:nvSpPr>
      <dsp:spPr>
        <a:xfrm>
          <a:off x="3064127" y="1027950"/>
          <a:ext cx="1343311" cy="53732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>
              <a:latin typeface="Aptos Display" panose="02110004020202020204"/>
            </a:rPr>
            <a:t>CR</a:t>
          </a:r>
          <a:endParaRPr lang="it-IT" sz="2400" kern="1200"/>
        </a:p>
      </dsp:txBody>
      <dsp:txXfrm>
        <a:off x="3064127" y="1027950"/>
        <a:ext cx="1343311" cy="537324"/>
      </dsp:txXfrm>
    </dsp:sp>
    <dsp:sp modelId="{21A3B1E3-3DFE-4FD6-845E-1AC68A08E194}">
      <dsp:nvSpPr>
        <dsp:cNvPr id="0" name=""/>
        <dsp:cNvSpPr/>
      </dsp:nvSpPr>
      <dsp:spPr>
        <a:xfrm>
          <a:off x="3064127" y="1565275"/>
          <a:ext cx="1343311" cy="105408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400" kern="1200">
              <a:latin typeface="Aptos Display" panose="02110004020202020204"/>
            </a:rPr>
            <a:t>0.43</a:t>
          </a:r>
          <a:endParaRPr lang="it-IT" sz="2400" kern="1200"/>
        </a:p>
      </dsp:txBody>
      <dsp:txXfrm>
        <a:off x="3064127" y="1565275"/>
        <a:ext cx="1343311" cy="105408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9E8E26-4552-4FE4-A11C-10EFA8F03C62}">
      <dsp:nvSpPr>
        <dsp:cNvPr id="0" name=""/>
        <dsp:cNvSpPr/>
      </dsp:nvSpPr>
      <dsp:spPr>
        <a:xfrm>
          <a:off x="1349" y="971280"/>
          <a:ext cx="1315380" cy="52615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>
              <a:latin typeface="Aptos Display" panose="02110004020202020204"/>
            </a:rPr>
            <a:t>FM</a:t>
          </a:r>
          <a:endParaRPr lang="it-IT" sz="2300" kern="1200"/>
        </a:p>
      </dsp:txBody>
      <dsp:txXfrm>
        <a:off x="1349" y="971280"/>
        <a:ext cx="1315380" cy="526152"/>
      </dsp:txXfrm>
    </dsp:sp>
    <dsp:sp modelId="{09FA0293-7AC4-4FCA-AFA9-C729E6685A61}">
      <dsp:nvSpPr>
        <dsp:cNvPr id="0" name=""/>
        <dsp:cNvSpPr/>
      </dsp:nvSpPr>
      <dsp:spPr>
        <a:xfrm>
          <a:off x="1349" y="1497432"/>
          <a:ext cx="1315380" cy="101016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300" kern="1200">
              <a:latin typeface="Aptos Display" panose="02110004020202020204"/>
            </a:rPr>
            <a:t>0.88</a:t>
          </a:r>
          <a:endParaRPr lang="it-IT" sz="2300" kern="1200"/>
        </a:p>
      </dsp:txBody>
      <dsp:txXfrm>
        <a:off x="1349" y="1497432"/>
        <a:ext cx="1315380" cy="1010160"/>
      </dsp:txXfrm>
    </dsp:sp>
    <dsp:sp modelId="{07EFAFFC-6AFF-44D6-8784-119A56BA102B}">
      <dsp:nvSpPr>
        <dsp:cNvPr id="0" name=""/>
        <dsp:cNvSpPr/>
      </dsp:nvSpPr>
      <dsp:spPr>
        <a:xfrm>
          <a:off x="1500882" y="971280"/>
          <a:ext cx="1315380" cy="52615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>
              <a:latin typeface="Aptos Display" panose="02110004020202020204"/>
            </a:rPr>
            <a:t>CM</a:t>
          </a:r>
          <a:endParaRPr lang="it-IT" sz="2300" kern="1200"/>
        </a:p>
      </dsp:txBody>
      <dsp:txXfrm>
        <a:off x="1500882" y="971280"/>
        <a:ext cx="1315380" cy="526152"/>
      </dsp:txXfrm>
    </dsp:sp>
    <dsp:sp modelId="{6C0A3C09-CA90-4721-848C-C48606132E0D}">
      <dsp:nvSpPr>
        <dsp:cNvPr id="0" name=""/>
        <dsp:cNvSpPr/>
      </dsp:nvSpPr>
      <dsp:spPr>
        <a:xfrm>
          <a:off x="1500882" y="1497432"/>
          <a:ext cx="1315380" cy="101016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300" kern="1200"/>
            <a:t>0.98</a:t>
          </a:r>
        </a:p>
      </dsp:txBody>
      <dsp:txXfrm>
        <a:off x="1500882" y="1497432"/>
        <a:ext cx="1315380" cy="1010160"/>
      </dsp:txXfrm>
    </dsp:sp>
    <dsp:sp modelId="{D2CFEA8B-54B4-41D9-BD5A-2222FDBAAB72}">
      <dsp:nvSpPr>
        <dsp:cNvPr id="0" name=""/>
        <dsp:cNvSpPr/>
      </dsp:nvSpPr>
      <dsp:spPr>
        <a:xfrm>
          <a:off x="3000416" y="971280"/>
          <a:ext cx="1315380" cy="52615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>
              <a:latin typeface="Aptos Display" panose="02110004020202020204"/>
            </a:rPr>
            <a:t>CR</a:t>
          </a:r>
          <a:endParaRPr lang="it-IT" sz="2300" kern="1200"/>
        </a:p>
      </dsp:txBody>
      <dsp:txXfrm>
        <a:off x="3000416" y="971280"/>
        <a:ext cx="1315380" cy="526152"/>
      </dsp:txXfrm>
    </dsp:sp>
    <dsp:sp modelId="{21A3B1E3-3DFE-4FD6-845E-1AC68A08E194}">
      <dsp:nvSpPr>
        <dsp:cNvPr id="0" name=""/>
        <dsp:cNvSpPr/>
      </dsp:nvSpPr>
      <dsp:spPr>
        <a:xfrm>
          <a:off x="3000416" y="1497432"/>
          <a:ext cx="1315380" cy="101016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300" kern="1200">
              <a:latin typeface="Aptos Display" panose="02110004020202020204"/>
            </a:rPr>
            <a:t>0.84</a:t>
          </a:r>
          <a:endParaRPr lang="it-IT" sz="2300" kern="1200"/>
        </a:p>
      </dsp:txBody>
      <dsp:txXfrm>
        <a:off x="3000416" y="1497432"/>
        <a:ext cx="1315380" cy="101016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9E8E26-4552-4FE4-A11C-10EFA8F03C62}">
      <dsp:nvSpPr>
        <dsp:cNvPr id="0" name=""/>
        <dsp:cNvSpPr/>
      </dsp:nvSpPr>
      <dsp:spPr>
        <a:xfrm>
          <a:off x="1349" y="971280"/>
          <a:ext cx="1315380" cy="52615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>
              <a:latin typeface="Aptos Display" panose="02110004020202020204"/>
            </a:rPr>
            <a:t>FM</a:t>
          </a:r>
          <a:endParaRPr lang="it-IT" sz="2300" kern="1200"/>
        </a:p>
      </dsp:txBody>
      <dsp:txXfrm>
        <a:off x="1349" y="971280"/>
        <a:ext cx="1315380" cy="526152"/>
      </dsp:txXfrm>
    </dsp:sp>
    <dsp:sp modelId="{09FA0293-7AC4-4FCA-AFA9-C729E6685A61}">
      <dsp:nvSpPr>
        <dsp:cNvPr id="0" name=""/>
        <dsp:cNvSpPr/>
      </dsp:nvSpPr>
      <dsp:spPr>
        <a:xfrm>
          <a:off x="1349" y="1497432"/>
          <a:ext cx="1315380" cy="101016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300" kern="1200">
              <a:latin typeface="Aptos Display" panose="02110004020202020204"/>
            </a:rPr>
            <a:t>0.06</a:t>
          </a:r>
          <a:endParaRPr lang="it-IT" sz="2300" kern="1200"/>
        </a:p>
      </dsp:txBody>
      <dsp:txXfrm>
        <a:off x="1349" y="1497432"/>
        <a:ext cx="1315380" cy="1010160"/>
      </dsp:txXfrm>
    </dsp:sp>
    <dsp:sp modelId="{07EFAFFC-6AFF-44D6-8784-119A56BA102B}">
      <dsp:nvSpPr>
        <dsp:cNvPr id="0" name=""/>
        <dsp:cNvSpPr/>
      </dsp:nvSpPr>
      <dsp:spPr>
        <a:xfrm>
          <a:off x="1500882" y="971280"/>
          <a:ext cx="1315380" cy="52615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>
              <a:latin typeface="Aptos Display" panose="02110004020202020204"/>
            </a:rPr>
            <a:t>CM</a:t>
          </a:r>
          <a:endParaRPr lang="it-IT" sz="2300" kern="1200"/>
        </a:p>
      </dsp:txBody>
      <dsp:txXfrm>
        <a:off x="1500882" y="971280"/>
        <a:ext cx="1315380" cy="526152"/>
      </dsp:txXfrm>
    </dsp:sp>
    <dsp:sp modelId="{6C0A3C09-CA90-4721-848C-C48606132E0D}">
      <dsp:nvSpPr>
        <dsp:cNvPr id="0" name=""/>
        <dsp:cNvSpPr/>
      </dsp:nvSpPr>
      <dsp:spPr>
        <a:xfrm>
          <a:off x="1500882" y="1497432"/>
          <a:ext cx="1315380" cy="101016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300" kern="1200"/>
            <a:t>0.03</a:t>
          </a:r>
        </a:p>
      </dsp:txBody>
      <dsp:txXfrm>
        <a:off x="1500882" y="1497432"/>
        <a:ext cx="1315380" cy="1010160"/>
      </dsp:txXfrm>
    </dsp:sp>
    <dsp:sp modelId="{D2CFEA8B-54B4-41D9-BD5A-2222FDBAAB72}">
      <dsp:nvSpPr>
        <dsp:cNvPr id="0" name=""/>
        <dsp:cNvSpPr/>
      </dsp:nvSpPr>
      <dsp:spPr>
        <a:xfrm>
          <a:off x="3000416" y="971280"/>
          <a:ext cx="1315380" cy="52615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>
              <a:latin typeface="Aptos Display" panose="02110004020202020204"/>
            </a:rPr>
            <a:t>CR</a:t>
          </a:r>
          <a:endParaRPr lang="it-IT" sz="2300" kern="1200"/>
        </a:p>
      </dsp:txBody>
      <dsp:txXfrm>
        <a:off x="3000416" y="971280"/>
        <a:ext cx="1315380" cy="526152"/>
      </dsp:txXfrm>
    </dsp:sp>
    <dsp:sp modelId="{21A3B1E3-3DFE-4FD6-845E-1AC68A08E194}">
      <dsp:nvSpPr>
        <dsp:cNvPr id="0" name=""/>
        <dsp:cNvSpPr/>
      </dsp:nvSpPr>
      <dsp:spPr>
        <a:xfrm>
          <a:off x="3000416" y="1497432"/>
          <a:ext cx="1315380" cy="101016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300" kern="1200"/>
            <a:t>1</a:t>
          </a:r>
        </a:p>
      </dsp:txBody>
      <dsp:txXfrm>
        <a:off x="3000416" y="1497432"/>
        <a:ext cx="1315380" cy="1010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FE52AE-BD2C-5DFC-3441-C17676035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E6B17AD-098A-D09A-9F72-49B2226D8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72CBBCC-CFEB-E772-3DCD-5EA23B25A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D497B-ADA1-425D-84E5-274479B1FF8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3757A7-FDF3-7D7C-1CC5-3FE5AB2BE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0CA2FD2-103C-1AD0-48BE-D880E275E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8595-2811-40FC-AA88-FBF8A90BB5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5450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E86831-58B6-222E-0381-966E51DA5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D15979-407F-D9A2-4F6A-1E3AAB2DC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77A27DF-BCC2-894D-BB77-36EDC0405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D497B-ADA1-425D-84E5-274479B1FF8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8C04876-5A50-91E7-3414-3735E1B5C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3E572E3-E256-5162-D48E-EB4F72390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8595-2811-40FC-AA88-FBF8A90BB5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6942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52152A-4AD6-F38D-5E8C-3BD0DD7F8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61EF329-3F15-16CF-4EC3-8BE94D92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A28DF52-53C0-3195-21D7-804EF170B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D497B-ADA1-425D-84E5-274479B1FF8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BFAD34-4047-AA64-910F-68964914D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87362EE-501F-BC66-D2AE-69F6E97ED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8595-2811-40FC-AA88-FBF8A90BB5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7470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60995E-61D6-436E-B010-29B005882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4F21DDB-C024-9B1E-BDA7-6EECFBF80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FA7A5E1-26F8-BED1-49F7-78DAAD969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38019C6-9E34-4962-A5D9-93809FFA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D497B-ADA1-425D-84E5-274479B1FF8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EBABDA5-3AAE-CAFA-F043-C86D6A80D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5AFB08E-2657-E3D0-406D-39DC2D9B1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8595-2811-40FC-AA88-FBF8A90BB5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5322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6D9744-CBE4-B8E1-D5A2-F675ED16D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D1A9BF1-7CBA-50AD-2F4F-35912C6E1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F0B8B95-0E38-413E-C218-AB8A5C6C0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DD94576-9D72-DCC1-B5BF-FF1209D9E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1393AB2-ADF3-02DD-8555-08BE58B87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21FC55C-EA58-37F8-76B4-6501E1CCC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D497B-ADA1-425D-84E5-274479B1FF8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90622A4-6032-4D65-AF93-ED24622EB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C3EA77D-CDA9-3455-6192-85223F4C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8595-2811-40FC-AA88-FBF8A90BB5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2943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9EACDF-61E4-E2FC-ED35-48CF1AD6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13452BC-EDE8-AF38-7ECB-E7F6DC7A0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D497B-ADA1-425D-84E5-274479B1FF8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F7A9541-DBF7-7497-5D37-740807640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52AEA3F-A616-2DD1-FC94-A25B2F473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8595-2811-40FC-AA88-FBF8A90BB5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068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85A554F-C404-AEF3-8F8B-EDA0F59E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D497B-ADA1-425D-84E5-274479B1FF8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784D9E6-0B2D-700C-2D8C-19DD57E8C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C85E06-C5F1-962E-A2F0-A89328C33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8595-2811-40FC-AA88-FBF8A90BB5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9874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7DC5B2-E3DF-0098-A436-A2953510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390D71-A157-39F0-E2F5-E6646D5CC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23905-DFAF-3A78-0430-53E29153C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C3F6DFD-09C3-B336-EB3F-11D2BB3A5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D497B-ADA1-425D-84E5-274479B1FF8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73E5C15-7CF3-41C8-D45B-321B8F6A9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5D1D72C-4858-917B-36C1-CA36358F7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8595-2811-40FC-AA88-FBF8A90BB5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1324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C5FD51-C74B-B022-05B8-CF479864E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842236F-2468-2B82-4070-FEEC2C5220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B7A8748-902C-4024-CD4B-B46C3593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2467175-7EF3-140D-21D4-56F3CD661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D497B-ADA1-425D-84E5-274479B1FF8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1F751E0-B0CB-D11E-353B-5B3CD1741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C30F743-30A6-6718-3FF2-3AD08369C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8595-2811-40FC-AA88-FBF8A90BB5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6855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51E9BC-02C9-00E9-9D97-F804312AD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B2ACC6C-E221-F5CD-E267-9F14D14CE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836DB3-6BA0-97B6-E236-A51A68BD1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D497B-ADA1-425D-84E5-274479B1FF8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A85589-B94C-8831-92DE-41D5E6B9F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CF35341-91CB-DB4B-69E3-B4F54502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8595-2811-40FC-AA88-FBF8A90BB5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4689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B613509-0B0A-DAFA-0A12-BACD009C05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1257274-AAA3-AA7B-1CC2-CDD35DF9B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5D46711-0089-8D96-05E6-197D0B4C3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D497B-ADA1-425D-84E5-274479B1FF8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2A4EC27-ABFE-9731-983F-FB0F1FB76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4BA7CA-ACF7-B734-2A6D-18CA4E67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8595-2811-40FC-AA88-FBF8A90BB5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4976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8D972F2-EFBB-3C0B-91B6-698061470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6D08905-5F2D-8504-E51C-94DC36054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61349F6-F851-7BC0-CF7B-F351766091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AD497B-ADA1-425D-84E5-274479B1FF8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E304977-9E1B-44E6-AFE8-8770D8D15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E2EDB6-30C4-91F9-9A85-B6F12EBAB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898595-2811-40FC-AA88-FBF8A90BB56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789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microsoft.com/office/2007/relationships/hdphoto" Target="../media/hdphoto2.wdp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Layout" Target="../diagrams/layout5.xml"/><Relationship Id="rId18" Type="http://schemas.openxmlformats.org/officeDocument/2006/relationships/diagramLayout" Target="../diagrams/layout6.xml"/><Relationship Id="rId3" Type="http://schemas.openxmlformats.org/officeDocument/2006/relationships/diagramLayout" Target="../diagrams/layout3.xml"/><Relationship Id="rId21" Type="http://schemas.microsoft.com/office/2007/relationships/diagramDrawing" Target="../diagrams/drawing6.xml"/><Relationship Id="rId7" Type="http://schemas.openxmlformats.org/officeDocument/2006/relationships/diagramData" Target="../diagrams/data4.xml"/><Relationship Id="rId12" Type="http://schemas.openxmlformats.org/officeDocument/2006/relationships/diagramData" Target="../diagrams/data5.xml"/><Relationship Id="rId17" Type="http://schemas.openxmlformats.org/officeDocument/2006/relationships/diagramData" Target="../diagrams/data6.xml"/><Relationship Id="rId2" Type="http://schemas.openxmlformats.org/officeDocument/2006/relationships/diagramData" Target="../diagrams/data3.xml"/><Relationship Id="rId16" Type="http://schemas.microsoft.com/office/2007/relationships/diagramDrawing" Target="../diagrams/drawing5.xml"/><Relationship Id="rId20" Type="http://schemas.openxmlformats.org/officeDocument/2006/relationships/diagramColors" Target="../diagrams/colors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5" Type="http://schemas.openxmlformats.org/officeDocument/2006/relationships/diagramColors" Target="../diagrams/colors5.xml"/><Relationship Id="rId10" Type="http://schemas.openxmlformats.org/officeDocument/2006/relationships/diagramColors" Target="../diagrams/colors4.xml"/><Relationship Id="rId19" Type="http://schemas.openxmlformats.org/officeDocument/2006/relationships/diagramQuickStyle" Target="../diagrams/quickStyle6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44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46.png"/><Relationship Id="rId7" Type="http://schemas.openxmlformats.org/officeDocument/2006/relationships/diagramColors" Target="../diagrams/colors8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50.png"/><Relationship Id="rId7" Type="http://schemas.openxmlformats.org/officeDocument/2006/relationships/diagramColors" Target="../diagrams/colors9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52.png"/><Relationship Id="rId7" Type="http://schemas.openxmlformats.org/officeDocument/2006/relationships/diagramColors" Target="../diagrams/colors10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4BDCF37-099D-E5C7-7C51-7A0D16E3E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8225" y="628433"/>
            <a:ext cx="3201366" cy="3387497"/>
          </a:xfrm>
          <a:ln>
            <a:noFill/>
          </a:ln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4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Segmentazione</a:t>
            </a:r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di </a:t>
            </a:r>
            <a:r>
              <a:rPr lang="en-US" sz="34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Immagini</a:t>
            </a:r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mammografiche</a:t>
            </a:r>
            <a:endParaRPr lang="en-US" sz="3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E03F9AF-16E8-903B-90DB-D809DD2A4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Elaborazione di Immagini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Aa 2024/2025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Silvia Gialloreto  Valerio Luzi</a:t>
            </a:r>
          </a:p>
        </p:txBody>
      </p:sp>
    </p:spTree>
    <p:extLst>
      <p:ext uri="{BB962C8B-B14F-4D97-AF65-F5344CB8AC3E}">
        <p14:creationId xmlns:p14="http://schemas.microsoft.com/office/powerpoint/2010/main" val="260873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magine che contiene sfocatura, Policromia, schermata, blu&#10;&#10;Il contenuto generato dall'IA potrebbe non essere corretto.">
            <a:extLst>
              <a:ext uri="{FF2B5EF4-FFF2-40B4-BE49-F238E27FC236}">
                <a16:creationId xmlns:a16="http://schemas.microsoft.com/office/drawing/2014/main" id="{D0DBDAB0-BEC3-8D4F-5FFB-F1CB300E50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77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8B42C1F-0D82-FD3C-D840-265D700F8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it-IT"/>
              <a:t>Mammografia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FE5EBE-5B86-F1AE-E019-D959BEBDD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774"/>
            <a:ext cx="10515600" cy="4925290"/>
          </a:xfrm>
        </p:spPr>
        <p:txBody>
          <a:bodyPr/>
          <a:lstStyle/>
          <a:p>
            <a:pPr marL="0" indent="0">
              <a:buNone/>
            </a:pPr>
            <a:r>
              <a:rPr lang="it-IT"/>
              <a:t>Tecnica di imaging medico mediante raggi X a basso dosaggio</a:t>
            </a:r>
          </a:p>
        </p:txBody>
      </p:sp>
      <p:graphicFrame>
        <p:nvGraphicFramePr>
          <p:cNvPr id="4" name="Diagramma 3">
            <a:extLst>
              <a:ext uri="{FF2B5EF4-FFF2-40B4-BE49-F238E27FC236}">
                <a16:creationId xmlns:a16="http://schemas.microsoft.com/office/drawing/2014/main" id="{92C42AF7-F0E5-6FAF-885E-D79DA8EB1E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40138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9990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BA442-F947-9934-F2D0-84E07073D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magine che contiene sfocatura, Policromia, schermata, blu&#10;&#10;Il contenuto generato dall'IA potrebbe non essere corretto.">
            <a:extLst>
              <a:ext uri="{FF2B5EF4-FFF2-40B4-BE49-F238E27FC236}">
                <a16:creationId xmlns:a16="http://schemas.microsoft.com/office/drawing/2014/main" id="{D6D7075E-CC53-162A-012F-3B95AB5951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773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gradFill>
            <a:gsLst>
              <a:gs pos="43000">
                <a:srgbClr val="FF0000"/>
              </a:gs>
              <a:gs pos="73878">
                <a:schemeClr val="tx2">
                  <a:lumMod val="10000"/>
                  <a:lumOff val="90000"/>
                </a:schemeClr>
              </a:gs>
              <a:gs pos="73757">
                <a:srgbClr val="76C3E8"/>
              </a:gs>
              <a:gs pos="73515">
                <a:srgbClr val="77C1E6"/>
              </a:gs>
              <a:gs pos="73031">
                <a:srgbClr val="79BEE2"/>
              </a:gs>
              <a:gs pos="72062">
                <a:srgbClr val="7DB8DB"/>
              </a:gs>
              <a:gs pos="70125">
                <a:srgbClr val="86ACCC"/>
              </a:gs>
              <a:gs pos="66250">
                <a:srgbClr val="9793AF"/>
              </a:gs>
              <a:gs pos="58500">
                <a:srgbClr val="BA6275"/>
              </a:gs>
              <a:gs pos="7400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A98C086-2103-0DF8-E880-6F481FD53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olo 6">
            <a:extLst>
              <a:ext uri="{FF2B5EF4-FFF2-40B4-BE49-F238E27FC236}">
                <a16:creationId xmlns:a16="http://schemas.microsoft.com/office/drawing/2014/main" id="{262B622E-773C-4D43-1083-65A0F39F2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011" y="156579"/>
            <a:ext cx="10515600" cy="709696"/>
          </a:xfrm>
        </p:spPr>
        <p:txBody>
          <a:bodyPr/>
          <a:lstStyle/>
          <a:p>
            <a:r>
              <a:rPr lang="it-IT"/>
              <a:t>Workflow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C9AB826-504B-91B4-CEDB-EF00B8FE97EF}"/>
              </a:ext>
            </a:extLst>
          </p:cNvPr>
          <p:cNvSpPr/>
          <p:nvPr/>
        </p:nvSpPr>
        <p:spPr>
          <a:xfrm>
            <a:off x="4365540" y="817637"/>
            <a:ext cx="3760280" cy="704010"/>
          </a:xfrm>
          <a:prstGeom prst="rect">
            <a:avLst/>
          </a:prstGeom>
          <a:solidFill>
            <a:srgbClr val="1352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Divisione training e test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29B3B346-C2E9-F391-1665-B67520EFC9CF}"/>
              </a:ext>
            </a:extLst>
          </p:cNvPr>
          <p:cNvCxnSpPr>
            <a:cxnSpLocks/>
          </p:cNvCxnSpPr>
          <p:nvPr/>
        </p:nvCxnSpPr>
        <p:spPr>
          <a:xfrm flipH="1">
            <a:off x="3327958" y="1530889"/>
            <a:ext cx="1533832" cy="414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6715769B-2A08-EE0A-802B-B2664A62455A}"/>
              </a:ext>
            </a:extLst>
          </p:cNvPr>
          <p:cNvCxnSpPr>
            <a:cxnSpLocks/>
          </p:cNvCxnSpPr>
          <p:nvPr/>
        </p:nvCxnSpPr>
        <p:spPr>
          <a:xfrm>
            <a:off x="7629569" y="1560278"/>
            <a:ext cx="1233951" cy="424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tangolo 13">
            <a:extLst>
              <a:ext uri="{FF2B5EF4-FFF2-40B4-BE49-F238E27FC236}">
                <a16:creationId xmlns:a16="http://schemas.microsoft.com/office/drawing/2014/main" id="{53EC984D-A75C-E499-54E4-B86B5F9F0AEC}"/>
              </a:ext>
            </a:extLst>
          </p:cNvPr>
          <p:cNvSpPr/>
          <p:nvPr/>
        </p:nvSpPr>
        <p:spPr>
          <a:xfrm>
            <a:off x="1066538" y="1984623"/>
            <a:ext cx="2723536" cy="76691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REGION GROWING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CEC4B887-BA4F-3D4F-2692-5432E9DE0B05}"/>
              </a:ext>
            </a:extLst>
          </p:cNvPr>
          <p:cNvSpPr/>
          <p:nvPr/>
        </p:nvSpPr>
        <p:spPr>
          <a:xfrm>
            <a:off x="8739721" y="2078142"/>
            <a:ext cx="2969345" cy="7669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Deeplabv3plus + resnet50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52F76FAB-8811-23CE-7EA6-85E4C12DE924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2428306" y="2751539"/>
            <a:ext cx="0" cy="4227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FC0AF2D0-CAA9-933E-6C15-6477C468BE3F}"/>
              </a:ext>
            </a:extLst>
          </p:cNvPr>
          <p:cNvCxnSpPr/>
          <p:nvPr/>
        </p:nvCxnSpPr>
        <p:spPr>
          <a:xfrm>
            <a:off x="10224393" y="2845058"/>
            <a:ext cx="0" cy="4079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ttangolo 17">
            <a:extLst>
              <a:ext uri="{FF2B5EF4-FFF2-40B4-BE49-F238E27FC236}">
                <a16:creationId xmlns:a16="http://schemas.microsoft.com/office/drawing/2014/main" id="{F843500D-BD72-4886-A638-E99A9A763E4D}"/>
              </a:ext>
            </a:extLst>
          </p:cNvPr>
          <p:cNvSpPr/>
          <p:nvPr/>
        </p:nvSpPr>
        <p:spPr>
          <a:xfrm>
            <a:off x="1066538" y="3213655"/>
            <a:ext cx="2723535" cy="6440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err="1"/>
              <a:t>Pre</a:t>
            </a:r>
            <a:r>
              <a:rPr lang="it-IT"/>
              <a:t>-processamento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E9DF2FA-F93F-099A-861F-0506CF4C6E54}"/>
              </a:ext>
            </a:extLst>
          </p:cNvPr>
          <p:cNvSpPr/>
          <p:nvPr/>
        </p:nvSpPr>
        <p:spPr>
          <a:xfrm>
            <a:off x="8739721" y="3331756"/>
            <a:ext cx="2969345" cy="6440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Addestramento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E0E7FD6F-206C-95D5-3E29-43ED3B1A8D61}"/>
              </a:ext>
            </a:extLst>
          </p:cNvPr>
          <p:cNvCxnSpPr>
            <a:stCxn id="18" idx="2"/>
          </p:cNvCxnSpPr>
          <p:nvPr/>
        </p:nvCxnSpPr>
        <p:spPr>
          <a:xfrm flipH="1">
            <a:off x="2428305" y="3857669"/>
            <a:ext cx="1" cy="32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ttangolo 20">
            <a:extLst>
              <a:ext uri="{FF2B5EF4-FFF2-40B4-BE49-F238E27FC236}">
                <a16:creationId xmlns:a16="http://schemas.microsoft.com/office/drawing/2014/main" id="{E6B69482-690C-1323-A39A-FA7F7F912620}"/>
              </a:ext>
            </a:extLst>
          </p:cNvPr>
          <p:cNvSpPr/>
          <p:nvPr/>
        </p:nvSpPr>
        <p:spPr>
          <a:xfrm>
            <a:off x="1066538" y="4246042"/>
            <a:ext cx="2723535" cy="6440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Applicazione metodo +analisi risultati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8B9B2113-0066-F95D-97C5-28FF94719296}"/>
              </a:ext>
            </a:extLst>
          </p:cNvPr>
          <p:cNvCxnSpPr>
            <a:stCxn id="19" idx="2"/>
          </p:cNvCxnSpPr>
          <p:nvPr/>
        </p:nvCxnSpPr>
        <p:spPr>
          <a:xfrm flipH="1">
            <a:off x="10224393" y="3975770"/>
            <a:ext cx="1" cy="304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ttangolo 22">
            <a:extLst>
              <a:ext uri="{FF2B5EF4-FFF2-40B4-BE49-F238E27FC236}">
                <a16:creationId xmlns:a16="http://schemas.microsoft.com/office/drawing/2014/main" id="{67050BC5-0DDE-0E8B-80ED-84F2EB31BBF4}"/>
              </a:ext>
            </a:extLst>
          </p:cNvPr>
          <p:cNvSpPr/>
          <p:nvPr/>
        </p:nvSpPr>
        <p:spPr>
          <a:xfrm>
            <a:off x="8739721" y="4305038"/>
            <a:ext cx="2969343" cy="585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Test + analisi risultati</a:t>
            </a:r>
          </a:p>
        </p:txBody>
      </p: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0D31C607-0F04-E189-D98C-5B2A9390C6D1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>
            <a:off x="3790073" y="4568049"/>
            <a:ext cx="4949648" cy="294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C16AF574-004F-B878-FB0B-A375F45EB127}"/>
              </a:ext>
            </a:extLst>
          </p:cNvPr>
          <p:cNvCxnSpPr/>
          <p:nvPr/>
        </p:nvCxnSpPr>
        <p:spPr>
          <a:xfrm>
            <a:off x="6385790" y="4570507"/>
            <a:ext cx="0" cy="378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ttangolo 25">
            <a:extLst>
              <a:ext uri="{FF2B5EF4-FFF2-40B4-BE49-F238E27FC236}">
                <a16:creationId xmlns:a16="http://schemas.microsoft.com/office/drawing/2014/main" id="{84259FA7-9694-A475-74DF-723D419E3DD7}"/>
              </a:ext>
            </a:extLst>
          </p:cNvPr>
          <p:cNvSpPr/>
          <p:nvPr/>
        </p:nvSpPr>
        <p:spPr>
          <a:xfrm>
            <a:off x="5441893" y="5022791"/>
            <a:ext cx="1986116" cy="4817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Confronto prestazioni</a:t>
            </a:r>
          </a:p>
        </p:txBody>
      </p: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19AF9EB5-DC38-5E12-958B-87F04D960FB9}"/>
              </a:ext>
            </a:extLst>
          </p:cNvPr>
          <p:cNvCxnSpPr/>
          <p:nvPr/>
        </p:nvCxnSpPr>
        <p:spPr>
          <a:xfrm>
            <a:off x="6385790" y="5578200"/>
            <a:ext cx="0" cy="3516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ttangolo 27">
            <a:extLst>
              <a:ext uri="{FF2B5EF4-FFF2-40B4-BE49-F238E27FC236}">
                <a16:creationId xmlns:a16="http://schemas.microsoft.com/office/drawing/2014/main" id="{172D4180-0242-40EA-A0D1-3FC611E97668}"/>
              </a:ext>
            </a:extLst>
          </p:cNvPr>
          <p:cNvSpPr/>
          <p:nvPr/>
        </p:nvSpPr>
        <p:spPr>
          <a:xfrm>
            <a:off x="5142011" y="5953056"/>
            <a:ext cx="2487558" cy="7349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Estrazioni features + Classificazione</a:t>
            </a:r>
          </a:p>
        </p:txBody>
      </p:sp>
    </p:spTree>
    <p:extLst>
      <p:ext uri="{BB962C8B-B14F-4D97-AF65-F5344CB8AC3E}">
        <p14:creationId xmlns:p14="http://schemas.microsoft.com/office/powerpoint/2010/main" val="3987138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0926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997276E-1913-8D70-A44C-6FA267BB1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Region Growing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FDCB4EC3-0C59-EBCA-D8CC-E2CB2EB0D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Metodo region based</a:t>
            </a:r>
          </a:p>
          <a:p>
            <a:r>
              <a:rPr lang="en-US" sz="2000" err="1"/>
              <a:t>Scelta</a:t>
            </a:r>
            <a:r>
              <a:rPr lang="en-US" sz="2000"/>
              <a:t> e </a:t>
            </a:r>
            <a:r>
              <a:rPr lang="en-US" sz="2000" err="1"/>
              <a:t>definizione</a:t>
            </a:r>
            <a:r>
              <a:rPr lang="en-US" sz="2000"/>
              <a:t> di un seme di </a:t>
            </a:r>
            <a:r>
              <a:rPr lang="en-US" sz="2000" err="1"/>
              <a:t>partenza</a:t>
            </a:r>
          </a:p>
          <a:p>
            <a:r>
              <a:rPr lang="en-US" sz="2000"/>
              <a:t>Si </a:t>
            </a:r>
            <a:r>
              <a:rPr lang="en-US" sz="2000" err="1"/>
              <a:t>basa</a:t>
            </a:r>
            <a:r>
              <a:rPr lang="en-US" sz="2000"/>
              <a:t> </a:t>
            </a:r>
            <a:r>
              <a:rPr lang="en-US" sz="2000" err="1"/>
              <a:t>sul</a:t>
            </a:r>
            <a:r>
              <a:rPr lang="en-US" sz="2000"/>
              <a:t> </a:t>
            </a:r>
            <a:r>
              <a:rPr lang="en-US" sz="2000" err="1"/>
              <a:t>criterio</a:t>
            </a:r>
            <a:r>
              <a:rPr lang="en-US" sz="2000"/>
              <a:t> di </a:t>
            </a:r>
            <a:r>
              <a:rPr lang="en-US" sz="2000" err="1"/>
              <a:t>somiglianza</a:t>
            </a:r>
          </a:p>
          <a:p>
            <a:r>
              <a:rPr lang="en-US" sz="2000" err="1"/>
              <a:t>Scelta</a:t>
            </a:r>
            <a:r>
              <a:rPr lang="en-US" sz="2000"/>
              <a:t> </a:t>
            </a:r>
            <a:r>
              <a:rPr lang="en-US" sz="2000" err="1"/>
              <a:t>della</a:t>
            </a:r>
            <a:r>
              <a:rPr lang="en-US" sz="2000"/>
              <a:t> </a:t>
            </a:r>
            <a:r>
              <a:rPr lang="en-US" sz="2000" err="1"/>
              <a:t>soglia</a:t>
            </a:r>
            <a:endParaRPr lang="en-US" sz="2000"/>
          </a:p>
          <a:p>
            <a:r>
              <a:rPr lang="en-US" sz="2000" err="1"/>
              <a:t>Criterio</a:t>
            </a:r>
            <a:r>
              <a:rPr lang="en-US" sz="2000"/>
              <a:t> di </a:t>
            </a:r>
            <a:r>
              <a:rPr lang="en-US" sz="2000" err="1"/>
              <a:t>arresto</a:t>
            </a:r>
            <a:r>
              <a:rPr lang="en-US" sz="2000"/>
              <a:t> (</a:t>
            </a:r>
            <a:r>
              <a:rPr lang="en-US" sz="2000" err="1"/>
              <a:t>opzionale</a:t>
            </a:r>
            <a:r>
              <a:rPr lang="en-US" sz="2000"/>
              <a:t>)</a:t>
            </a:r>
          </a:p>
          <a:p>
            <a:r>
              <a:rPr lang="en-US" sz="2000" err="1"/>
              <a:t>Parametri</a:t>
            </a:r>
            <a:r>
              <a:rPr lang="en-US" sz="2000"/>
              <a:t> del </a:t>
            </a:r>
            <a:r>
              <a:rPr lang="en-US" sz="2000" err="1"/>
              <a:t>metodo</a:t>
            </a:r>
            <a:r>
              <a:rPr lang="en-US" sz="2000"/>
              <a:t>: CM, CR e FM</a:t>
            </a:r>
          </a:p>
          <a:p>
            <a:endParaRPr lang="en-US" sz="200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CBFDCF1-4242-CFC9-B7D6-040178442664}"/>
              </a:ext>
            </a:extLst>
          </p:cNvPr>
          <p:cNvSpPr txBox="1"/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Maggiore controllo per la segmentazione      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Meno sensibile al rumore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Metodo molto corretto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Facile implementazione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Esplicito</a:t>
            </a:r>
          </a:p>
        </p:txBody>
      </p:sp>
    </p:spTree>
    <p:extLst>
      <p:ext uri="{BB962C8B-B14F-4D97-AF65-F5344CB8AC3E}">
        <p14:creationId xmlns:p14="http://schemas.microsoft.com/office/powerpoint/2010/main" val="3941796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83AA6-254B-2F02-2315-882D199C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018CC2A-E85B-3B38-822D-C50CD09EB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923" y="361877"/>
            <a:ext cx="5323715" cy="994386"/>
          </a:xfrm>
        </p:spPr>
        <p:txBody>
          <a:bodyPr anchor="b">
            <a:normAutofit/>
          </a:bodyPr>
          <a:lstStyle/>
          <a:p>
            <a:r>
              <a:rPr lang="it-IT" sz="4000"/>
              <a:t>Analisi effettuata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8BCC26-1714-F040-E84F-2B382A40B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9411"/>
            <a:ext cx="7089742" cy="5555686"/>
          </a:xfrm>
        </p:spPr>
        <p:txBody>
          <a:bodyPr>
            <a:normAutofit/>
          </a:bodyPr>
          <a:lstStyle/>
          <a:p>
            <a:endParaRPr lang="en-US"/>
          </a:p>
          <a:p>
            <a:endParaRPr lang="it-IT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D4E22813-4170-8279-9AFB-3588FE0D47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3048025"/>
              </p:ext>
            </p:extLst>
          </p:nvPr>
        </p:nvGraphicFramePr>
        <p:xfrm>
          <a:off x="1144923" y="1774702"/>
          <a:ext cx="6123978" cy="44872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301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D808B2-6597-36E1-3BF5-245E381C7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4506B8D-7DD9-0E90-3DD6-2DB734BD6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Caricamento immagini/GT</a:t>
            </a:r>
            <a:br>
              <a:rPr lang="en-US" sz="3100">
                <a:solidFill>
                  <a:srgbClr val="FFFFFF"/>
                </a:solidFill>
              </a:rPr>
            </a:br>
            <a:r>
              <a:rPr lang="en-US" sz="3100">
                <a:solidFill>
                  <a:srgbClr val="FFFFFF"/>
                </a:solidFill>
              </a:rPr>
              <a:t> e divisione in training e test</a:t>
            </a:r>
          </a:p>
        </p:txBody>
      </p:sp>
      <p:pic>
        <p:nvPicPr>
          <p:cNvPr id="7" name="Immagine 6" descr="Immagine che contiene luna, oscurità, nero, notte&#10;&#10;Il contenuto generato dall'IA potrebbe non essere corretto.">
            <a:extLst>
              <a:ext uri="{FF2B5EF4-FFF2-40B4-BE49-F238E27FC236}">
                <a16:creationId xmlns:a16="http://schemas.microsoft.com/office/drawing/2014/main" id="{EFAC251C-9874-9EB7-E5C7-EA7624605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11" y="2593412"/>
            <a:ext cx="3238707" cy="3238707"/>
          </a:xfrm>
          <a:prstGeom prst="rect">
            <a:avLst/>
          </a:prstGeom>
        </p:spPr>
      </p:pic>
      <p:pic>
        <p:nvPicPr>
          <p:cNvPr id="5" name="Immagine 4" descr="Immagine che contiene lastra dei raggi X, Imaging medicale, radiologia, Radiografia medica&#10;&#10;Il contenuto generato dall'IA potrebbe non essere corretto.">
            <a:extLst>
              <a:ext uri="{FF2B5EF4-FFF2-40B4-BE49-F238E27FC236}">
                <a16:creationId xmlns:a16="http://schemas.microsoft.com/office/drawing/2014/main" id="{916A27C1-5C6E-ABDF-9EC8-E2A996B9D6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371" y="2593412"/>
            <a:ext cx="3238707" cy="3238707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E52DAE66-862F-0E4A-6049-35B63CC7F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029" y="2296046"/>
            <a:ext cx="4572560" cy="398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72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85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E60EF2-055F-F996-0361-DA0D9B06E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1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: Shape 13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9BFCE9-9B6E-9691-E076-7C331BF54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307" y="1393635"/>
            <a:ext cx="2871095" cy="2127124"/>
          </a:xfrm>
        </p:spPr>
        <p:txBody>
          <a:bodyPr anchor="t">
            <a:normAutofit/>
          </a:bodyPr>
          <a:lstStyle/>
          <a:p>
            <a:br>
              <a:rPr lang="it-IT" sz="3600">
                <a:solidFill>
                  <a:schemeClr val="bg1"/>
                </a:solidFill>
              </a:rPr>
            </a:br>
            <a:r>
              <a:rPr lang="it-IT" sz="3600">
                <a:solidFill>
                  <a:schemeClr val="bg1"/>
                </a:solidFill>
              </a:rPr>
              <a:t>Salvataggio training e test</a:t>
            </a:r>
            <a:br>
              <a:rPr lang="it-IT" sz="3600">
                <a:solidFill>
                  <a:schemeClr val="bg1"/>
                </a:solidFill>
              </a:rPr>
            </a:br>
            <a:endParaRPr lang="it-IT" sz="3600">
              <a:solidFill>
                <a:schemeClr val="bg1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EC3F72-70ED-F47E-8B1B-A20F7AD08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23842" y="1257813"/>
            <a:ext cx="3917604" cy="488688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it-IT" sz="1300">
                <a:ea typeface="+mn-lt"/>
                <a:cs typeface="+mn-lt"/>
              </a:rPr>
              <a:t>for i = 1 : </a:t>
            </a:r>
            <a:r>
              <a:rPr lang="it-IT" sz="1300" err="1">
                <a:ea typeface="+mn-lt"/>
                <a:cs typeface="+mn-lt"/>
              </a:rPr>
              <a:t>length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 err="1">
                <a:ea typeface="+mn-lt"/>
                <a:cs typeface="+mn-lt"/>
              </a:rPr>
              <a:t>gt_train</a:t>
            </a:r>
            <a:r>
              <a:rPr lang="it-IT" sz="1300">
                <a:ea typeface="+mn-lt"/>
                <a:cs typeface="+mn-lt"/>
              </a:rPr>
              <a:t>)</a:t>
            </a:r>
            <a:endParaRPr lang="it-IT" sz="1300"/>
          </a:p>
          <a:p>
            <a:pPr>
              <a:buNone/>
            </a:pPr>
            <a:r>
              <a:rPr lang="it-IT" sz="1300">
                <a:ea typeface="+mn-lt"/>
                <a:cs typeface="+mn-lt"/>
              </a:rPr>
              <a:t>GT=im2double(</a:t>
            </a:r>
            <a:r>
              <a:rPr lang="it-IT" sz="1300" err="1">
                <a:ea typeface="+mn-lt"/>
                <a:cs typeface="+mn-lt"/>
              </a:rPr>
              <a:t>imread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 err="1">
                <a:ea typeface="+mn-lt"/>
                <a:cs typeface="+mn-lt"/>
              </a:rPr>
              <a:t>fullfile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 err="1">
                <a:ea typeface="+mn-lt"/>
                <a:cs typeface="+mn-lt"/>
              </a:rPr>
              <a:t>gt_train</a:t>
            </a:r>
            <a:r>
              <a:rPr lang="it-IT" sz="1300">
                <a:ea typeface="+mn-lt"/>
                <a:cs typeface="+mn-lt"/>
              </a:rPr>
              <a:t>(i).folder, </a:t>
            </a:r>
            <a:r>
              <a:rPr lang="it-IT" sz="1300" err="1">
                <a:ea typeface="+mn-lt"/>
                <a:cs typeface="+mn-lt"/>
              </a:rPr>
              <a:t>gt_train</a:t>
            </a:r>
            <a:r>
              <a:rPr lang="it-IT" sz="1300">
                <a:ea typeface="+mn-lt"/>
                <a:cs typeface="+mn-lt"/>
              </a:rPr>
              <a:t>(i).name))); </a:t>
            </a:r>
            <a:endParaRPr lang="it-IT" sz="1300"/>
          </a:p>
          <a:p>
            <a:pPr>
              <a:buNone/>
            </a:pPr>
            <a:r>
              <a:rPr lang="it-IT" sz="1300">
                <a:ea typeface="+mn-lt"/>
                <a:cs typeface="+mn-lt"/>
              </a:rPr>
              <a:t>[~, name, ~] = </a:t>
            </a:r>
            <a:r>
              <a:rPr lang="it-IT" sz="1300" err="1">
                <a:ea typeface="+mn-lt"/>
                <a:cs typeface="+mn-lt"/>
              </a:rPr>
              <a:t>fileparts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 err="1">
                <a:ea typeface="+mn-lt"/>
                <a:cs typeface="+mn-lt"/>
              </a:rPr>
              <a:t>gt_train</a:t>
            </a:r>
            <a:r>
              <a:rPr lang="it-IT" sz="1300">
                <a:ea typeface="+mn-lt"/>
                <a:cs typeface="+mn-lt"/>
              </a:rPr>
              <a:t>(i).name);</a:t>
            </a:r>
            <a:endParaRPr lang="it-IT" sz="1300"/>
          </a:p>
          <a:p>
            <a:pPr>
              <a:buNone/>
            </a:pPr>
            <a:r>
              <a:rPr lang="it-IT" sz="1300" err="1">
                <a:ea typeface="+mn-lt"/>
                <a:cs typeface="+mn-lt"/>
              </a:rPr>
              <a:t>imwrite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 err="1">
                <a:ea typeface="+mn-lt"/>
                <a:cs typeface="+mn-lt"/>
              </a:rPr>
              <a:t>GT,fullfile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>
                <a:solidFill>
                  <a:schemeClr val="accent5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'C:\Users\...\gt_train2</a:t>
            </a:r>
            <a:r>
              <a:rPr lang="it-IT" sz="1300">
                <a:ea typeface="+mn-lt"/>
                <a:cs typeface="+mn-lt"/>
              </a:rPr>
              <a:t>',[name '.png']));</a:t>
            </a:r>
            <a:endParaRPr lang="it-IT" sz="1300"/>
          </a:p>
          <a:p>
            <a:pPr>
              <a:buNone/>
            </a:pPr>
            <a:r>
              <a:rPr lang="it-IT" sz="1300">
                <a:ea typeface="+mn-lt"/>
                <a:cs typeface="+mn-lt"/>
              </a:rPr>
              <a:t>A=</a:t>
            </a:r>
            <a:r>
              <a:rPr lang="it-IT" sz="1300" err="1">
                <a:ea typeface="+mn-lt"/>
                <a:cs typeface="+mn-lt"/>
              </a:rPr>
              <a:t>imshow</a:t>
            </a:r>
            <a:r>
              <a:rPr lang="it-IT" sz="1300">
                <a:ea typeface="+mn-lt"/>
                <a:cs typeface="+mn-lt"/>
              </a:rPr>
              <a:t>(GT);</a:t>
            </a:r>
            <a:endParaRPr lang="it-IT" sz="1300"/>
          </a:p>
          <a:p>
            <a:pPr>
              <a:buNone/>
            </a:pPr>
            <a:r>
              <a:rPr lang="it-IT" sz="1300">
                <a:ea typeface="+mn-lt"/>
                <a:cs typeface="+mn-lt"/>
              </a:rPr>
              <a:t>end</a:t>
            </a:r>
            <a:endParaRPr lang="it-IT" sz="1300"/>
          </a:p>
          <a:p>
            <a:pPr marL="0" indent="0">
              <a:buNone/>
            </a:pPr>
            <a:endParaRPr lang="it-IT" sz="1300"/>
          </a:p>
          <a:p>
            <a:pPr>
              <a:buNone/>
            </a:pPr>
            <a:r>
              <a:rPr lang="it-IT" sz="1300">
                <a:ea typeface="+mn-lt"/>
                <a:cs typeface="+mn-lt"/>
              </a:rPr>
              <a:t>for i = 1 : </a:t>
            </a:r>
            <a:r>
              <a:rPr lang="it-IT" sz="1300" err="1">
                <a:ea typeface="+mn-lt"/>
                <a:cs typeface="+mn-lt"/>
              </a:rPr>
              <a:t>length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 err="1">
                <a:ea typeface="+mn-lt"/>
                <a:cs typeface="+mn-lt"/>
              </a:rPr>
              <a:t>images_train</a:t>
            </a:r>
            <a:r>
              <a:rPr lang="it-IT" sz="1300">
                <a:ea typeface="+mn-lt"/>
                <a:cs typeface="+mn-lt"/>
              </a:rPr>
              <a:t>)</a:t>
            </a:r>
          </a:p>
          <a:p>
            <a:pPr>
              <a:buNone/>
            </a:pPr>
            <a:r>
              <a:rPr lang="it-IT" sz="1300">
                <a:ea typeface="+mn-lt"/>
                <a:cs typeface="+mn-lt"/>
              </a:rPr>
              <a:t>IMAGES=im2double(</a:t>
            </a:r>
            <a:r>
              <a:rPr lang="it-IT" sz="1300" err="1">
                <a:ea typeface="+mn-lt"/>
                <a:cs typeface="+mn-lt"/>
              </a:rPr>
              <a:t>imread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 err="1">
                <a:ea typeface="+mn-lt"/>
                <a:cs typeface="+mn-lt"/>
              </a:rPr>
              <a:t>fullfile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 err="1">
                <a:ea typeface="+mn-lt"/>
                <a:cs typeface="+mn-lt"/>
              </a:rPr>
              <a:t>images_train</a:t>
            </a:r>
            <a:r>
              <a:rPr lang="it-IT" sz="1300">
                <a:ea typeface="+mn-lt"/>
                <a:cs typeface="+mn-lt"/>
              </a:rPr>
              <a:t>(i). folder, </a:t>
            </a:r>
            <a:r>
              <a:rPr lang="it-IT" sz="1300" err="1">
                <a:ea typeface="+mn-lt"/>
                <a:cs typeface="+mn-lt"/>
              </a:rPr>
              <a:t>images_train</a:t>
            </a:r>
            <a:r>
              <a:rPr lang="it-IT" sz="1300">
                <a:ea typeface="+mn-lt"/>
                <a:cs typeface="+mn-lt"/>
              </a:rPr>
              <a:t>(i).name)));</a:t>
            </a:r>
          </a:p>
          <a:p>
            <a:pPr>
              <a:buNone/>
            </a:pPr>
            <a:r>
              <a:rPr lang="it-IT" sz="1300" err="1">
                <a:ea typeface="+mn-lt"/>
                <a:cs typeface="+mn-lt"/>
              </a:rPr>
              <a:t>IMAGES_adjusted</a:t>
            </a:r>
            <a:r>
              <a:rPr lang="it-IT" sz="1300">
                <a:ea typeface="+mn-lt"/>
                <a:cs typeface="+mn-lt"/>
              </a:rPr>
              <a:t> = </a:t>
            </a:r>
            <a:r>
              <a:rPr lang="it-IT" sz="1300" err="1">
                <a:ea typeface="+mn-lt"/>
                <a:cs typeface="+mn-lt"/>
              </a:rPr>
              <a:t>imadjust</a:t>
            </a:r>
            <a:r>
              <a:rPr lang="it-IT" sz="1300">
                <a:ea typeface="+mn-lt"/>
                <a:cs typeface="+mn-lt"/>
              </a:rPr>
              <a:t>(IMAGES);</a:t>
            </a:r>
          </a:p>
          <a:p>
            <a:pPr>
              <a:buNone/>
            </a:pPr>
            <a:r>
              <a:rPr lang="it-IT" sz="1300">
                <a:ea typeface="+mn-lt"/>
                <a:cs typeface="+mn-lt"/>
              </a:rPr>
              <a:t>figure()</a:t>
            </a:r>
          </a:p>
          <a:p>
            <a:pPr>
              <a:buNone/>
            </a:pPr>
            <a:r>
              <a:rPr lang="it-IT" sz="1300">
                <a:ea typeface="+mn-lt"/>
                <a:cs typeface="+mn-lt"/>
              </a:rPr>
              <a:t>[~, name, ~] = </a:t>
            </a:r>
            <a:r>
              <a:rPr lang="it-IT" sz="1300" err="1">
                <a:ea typeface="+mn-lt"/>
                <a:cs typeface="+mn-lt"/>
              </a:rPr>
              <a:t>fileparts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 err="1">
                <a:ea typeface="+mn-lt"/>
                <a:cs typeface="+mn-lt"/>
              </a:rPr>
              <a:t>images_train</a:t>
            </a:r>
            <a:r>
              <a:rPr lang="it-IT" sz="1300">
                <a:ea typeface="+mn-lt"/>
                <a:cs typeface="+mn-lt"/>
              </a:rPr>
              <a:t>(i).name);</a:t>
            </a:r>
          </a:p>
          <a:p>
            <a:pPr>
              <a:buNone/>
            </a:pPr>
            <a:r>
              <a:rPr lang="it-IT" sz="1300" err="1">
                <a:ea typeface="+mn-lt"/>
                <a:cs typeface="+mn-lt"/>
              </a:rPr>
              <a:t>imwrite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 err="1">
                <a:ea typeface="+mn-lt"/>
                <a:cs typeface="+mn-lt"/>
              </a:rPr>
              <a:t>IMAGES_adjusted</a:t>
            </a:r>
            <a:r>
              <a:rPr lang="it-IT" sz="1300">
                <a:ea typeface="+mn-lt"/>
                <a:cs typeface="+mn-lt"/>
              </a:rPr>
              <a:t>, </a:t>
            </a:r>
            <a:r>
              <a:rPr lang="it-IT" sz="1300" err="1">
                <a:ea typeface="+mn-lt"/>
                <a:cs typeface="+mn-lt"/>
              </a:rPr>
              <a:t>fullfile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>
                <a:solidFill>
                  <a:schemeClr val="accent5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'C:\Users\...\im_train2</a:t>
            </a:r>
            <a:r>
              <a:rPr lang="it-IT" sz="1300">
                <a:ea typeface="+mn-lt"/>
                <a:cs typeface="+mn-lt"/>
              </a:rPr>
              <a:t>', [name '.png'])); </a:t>
            </a:r>
          </a:p>
          <a:p>
            <a:pPr>
              <a:buNone/>
            </a:pPr>
            <a:r>
              <a:rPr lang="it-IT" sz="1300" err="1">
                <a:ea typeface="+mn-lt"/>
                <a:cs typeface="+mn-lt"/>
              </a:rPr>
              <a:t>hold</a:t>
            </a:r>
            <a:r>
              <a:rPr lang="it-IT" sz="1300">
                <a:ea typeface="+mn-lt"/>
                <a:cs typeface="+mn-lt"/>
              </a:rPr>
              <a:t> off; </a:t>
            </a:r>
          </a:p>
          <a:p>
            <a:pPr>
              <a:buNone/>
            </a:pPr>
            <a:r>
              <a:rPr lang="it-IT" sz="1300">
                <a:ea typeface="+mn-lt"/>
                <a:cs typeface="+mn-lt"/>
              </a:rPr>
              <a:t>end</a:t>
            </a:r>
          </a:p>
          <a:p>
            <a:pPr marL="0" indent="0">
              <a:buNone/>
            </a:pPr>
            <a:endParaRPr lang="it-IT" sz="1300"/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C3510B4F-42AF-80AF-19EC-CC8DAEEA4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2269" y="1257813"/>
            <a:ext cx="3597281" cy="4814691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it-IT" sz="1300">
                <a:ea typeface="+mn-lt"/>
                <a:cs typeface="+mn-lt"/>
              </a:rPr>
              <a:t>for i = 1 : </a:t>
            </a:r>
            <a:r>
              <a:rPr lang="it-IT" sz="1300" err="1">
                <a:ea typeface="+mn-lt"/>
                <a:cs typeface="+mn-lt"/>
              </a:rPr>
              <a:t>length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 err="1">
                <a:ea typeface="+mn-lt"/>
                <a:cs typeface="+mn-lt"/>
              </a:rPr>
              <a:t>gt_test</a:t>
            </a:r>
            <a:r>
              <a:rPr lang="it-IT" sz="1300">
                <a:ea typeface="+mn-lt"/>
                <a:cs typeface="+mn-lt"/>
              </a:rPr>
              <a:t>)</a:t>
            </a:r>
          </a:p>
          <a:p>
            <a:pPr>
              <a:buNone/>
            </a:pPr>
            <a:r>
              <a:rPr lang="it-IT" sz="1300">
                <a:ea typeface="+mn-lt"/>
                <a:cs typeface="+mn-lt"/>
              </a:rPr>
              <a:t>GT=im2double(</a:t>
            </a:r>
            <a:r>
              <a:rPr lang="it-IT" sz="1300" err="1">
                <a:ea typeface="+mn-lt"/>
                <a:cs typeface="+mn-lt"/>
              </a:rPr>
              <a:t>imread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 err="1">
                <a:ea typeface="+mn-lt"/>
                <a:cs typeface="+mn-lt"/>
              </a:rPr>
              <a:t>fullfile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 err="1">
                <a:ea typeface="+mn-lt"/>
                <a:cs typeface="+mn-lt"/>
              </a:rPr>
              <a:t>gt_test</a:t>
            </a:r>
            <a:r>
              <a:rPr lang="it-IT" sz="1300">
                <a:ea typeface="+mn-lt"/>
                <a:cs typeface="+mn-lt"/>
              </a:rPr>
              <a:t>(i).folder, </a:t>
            </a:r>
            <a:r>
              <a:rPr lang="it-IT" sz="1300" err="1">
                <a:ea typeface="+mn-lt"/>
                <a:cs typeface="+mn-lt"/>
              </a:rPr>
              <a:t>gt_test</a:t>
            </a:r>
            <a:r>
              <a:rPr lang="it-IT" sz="1300">
                <a:ea typeface="+mn-lt"/>
                <a:cs typeface="+mn-lt"/>
              </a:rPr>
              <a:t>(i).name))); </a:t>
            </a:r>
          </a:p>
          <a:p>
            <a:pPr>
              <a:buNone/>
            </a:pPr>
            <a:r>
              <a:rPr lang="it-IT" sz="1300">
                <a:ea typeface="+mn-lt"/>
                <a:cs typeface="+mn-lt"/>
              </a:rPr>
              <a:t>[~, name, ~] = </a:t>
            </a:r>
            <a:r>
              <a:rPr lang="it-IT" sz="1300" err="1">
                <a:ea typeface="+mn-lt"/>
                <a:cs typeface="+mn-lt"/>
              </a:rPr>
              <a:t>fileparts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 err="1">
                <a:ea typeface="+mn-lt"/>
                <a:cs typeface="+mn-lt"/>
              </a:rPr>
              <a:t>gt_test</a:t>
            </a:r>
            <a:r>
              <a:rPr lang="it-IT" sz="1300">
                <a:ea typeface="+mn-lt"/>
                <a:cs typeface="+mn-lt"/>
              </a:rPr>
              <a:t>(i).name); </a:t>
            </a:r>
            <a:r>
              <a:rPr lang="it-IT" sz="1300">
                <a:solidFill>
                  <a:schemeClr val="accent6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% Ottieni il nome del file senza estensione</a:t>
            </a:r>
            <a:endParaRPr lang="it-IT" sz="13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it-IT" sz="1300" err="1">
                <a:ea typeface="+mn-lt"/>
                <a:cs typeface="+mn-lt"/>
              </a:rPr>
              <a:t>imwrite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 err="1">
                <a:ea typeface="+mn-lt"/>
                <a:cs typeface="+mn-lt"/>
              </a:rPr>
              <a:t>GT,fullfile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>
                <a:solidFill>
                  <a:schemeClr val="accent5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'C:\Users\...\gt_test2</a:t>
            </a:r>
            <a:r>
              <a:rPr lang="it-IT" sz="1300">
                <a:ea typeface="+mn-lt"/>
                <a:cs typeface="+mn-lt"/>
              </a:rPr>
              <a:t>’,[ name '.png']));</a:t>
            </a:r>
          </a:p>
          <a:p>
            <a:pPr>
              <a:buNone/>
            </a:pPr>
            <a:r>
              <a:rPr lang="it-IT" sz="1300">
                <a:ea typeface="+mn-lt"/>
                <a:cs typeface="+mn-lt"/>
              </a:rPr>
              <a:t>A=</a:t>
            </a:r>
            <a:r>
              <a:rPr lang="it-IT" sz="1300" err="1">
                <a:ea typeface="+mn-lt"/>
                <a:cs typeface="+mn-lt"/>
              </a:rPr>
              <a:t>imshow</a:t>
            </a:r>
            <a:r>
              <a:rPr lang="it-IT" sz="1300">
                <a:ea typeface="+mn-lt"/>
                <a:cs typeface="+mn-lt"/>
              </a:rPr>
              <a:t>(GT);</a:t>
            </a:r>
          </a:p>
          <a:p>
            <a:pPr>
              <a:buNone/>
            </a:pPr>
            <a:r>
              <a:rPr lang="it-IT" sz="1300">
                <a:ea typeface="+mn-lt"/>
                <a:cs typeface="+mn-lt"/>
              </a:rPr>
              <a:t>end</a:t>
            </a:r>
            <a:endParaRPr lang="it-IT" sz="1300"/>
          </a:p>
          <a:p>
            <a:pPr>
              <a:buNone/>
            </a:pPr>
            <a:r>
              <a:rPr lang="it-IT" sz="1300">
                <a:ea typeface="+mn-lt"/>
                <a:cs typeface="+mn-lt"/>
              </a:rPr>
              <a:t>for i = 1 : </a:t>
            </a:r>
            <a:r>
              <a:rPr lang="it-IT" sz="1300" err="1">
                <a:ea typeface="+mn-lt"/>
                <a:cs typeface="+mn-lt"/>
              </a:rPr>
              <a:t>length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 err="1">
                <a:ea typeface="+mn-lt"/>
                <a:cs typeface="+mn-lt"/>
              </a:rPr>
              <a:t>images_test</a:t>
            </a:r>
            <a:r>
              <a:rPr lang="it-IT" sz="1300">
                <a:ea typeface="+mn-lt"/>
                <a:cs typeface="+mn-lt"/>
              </a:rPr>
              <a:t>)</a:t>
            </a:r>
          </a:p>
          <a:p>
            <a:pPr>
              <a:buNone/>
            </a:pPr>
            <a:r>
              <a:rPr lang="it-IT" sz="1300">
                <a:ea typeface="+mn-lt"/>
                <a:cs typeface="+mn-lt"/>
              </a:rPr>
              <a:t>IMAGES=im2double(</a:t>
            </a:r>
            <a:r>
              <a:rPr lang="it-IT" sz="1300" err="1">
                <a:ea typeface="+mn-lt"/>
                <a:cs typeface="+mn-lt"/>
              </a:rPr>
              <a:t>imread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 err="1">
                <a:ea typeface="+mn-lt"/>
                <a:cs typeface="+mn-lt"/>
              </a:rPr>
              <a:t>fullfile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 err="1">
                <a:ea typeface="+mn-lt"/>
                <a:cs typeface="+mn-lt"/>
              </a:rPr>
              <a:t>images_test</a:t>
            </a:r>
            <a:r>
              <a:rPr lang="it-IT" sz="1300">
                <a:ea typeface="+mn-lt"/>
                <a:cs typeface="+mn-lt"/>
              </a:rPr>
              <a:t>(i).</a:t>
            </a:r>
            <a:r>
              <a:rPr lang="it-IT" sz="1300" err="1">
                <a:ea typeface="+mn-lt"/>
                <a:cs typeface="+mn-lt"/>
              </a:rPr>
              <a:t>folder,images_test</a:t>
            </a:r>
            <a:r>
              <a:rPr lang="it-IT" sz="1300">
                <a:ea typeface="+mn-lt"/>
                <a:cs typeface="+mn-lt"/>
              </a:rPr>
              <a:t>(i).name)));</a:t>
            </a:r>
            <a:endParaRPr lang="it-IT" sz="1300"/>
          </a:p>
          <a:p>
            <a:pPr>
              <a:buNone/>
            </a:pPr>
            <a:r>
              <a:rPr lang="it-IT" sz="1300" err="1">
                <a:ea typeface="+mn-lt"/>
                <a:cs typeface="+mn-lt"/>
              </a:rPr>
              <a:t>IMAGES_adjusted</a:t>
            </a:r>
            <a:r>
              <a:rPr lang="it-IT" sz="1300">
                <a:ea typeface="+mn-lt"/>
                <a:cs typeface="+mn-lt"/>
              </a:rPr>
              <a:t> = </a:t>
            </a:r>
            <a:r>
              <a:rPr lang="it-IT" sz="1300" err="1">
                <a:ea typeface="+mn-lt"/>
                <a:cs typeface="+mn-lt"/>
              </a:rPr>
              <a:t>imadjust</a:t>
            </a:r>
            <a:r>
              <a:rPr lang="it-IT" sz="1300">
                <a:ea typeface="+mn-lt"/>
                <a:cs typeface="+mn-lt"/>
              </a:rPr>
              <a:t>(IMAGES);</a:t>
            </a:r>
          </a:p>
          <a:p>
            <a:pPr>
              <a:buNone/>
            </a:pPr>
            <a:r>
              <a:rPr lang="it-IT" sz="1300">
                <a:ea typeface="+mn-lt"/>
                <a:cs typeface="+mn-lt"/>
              </a:rPr>
              <a:t>figure()</a:t>
            </a:r>
          </a:p>
          <a:p>
            <a:pPr>
              <a:buNone/>
            </a:pPr>
            <a:r>
              <a:rPr lang="it-IT" sz="1300">
                <a:ea typeface="+mn-lt"/>
                <a:cs typeface="+mn-lt"/>
              </a:rPr>
              <a:t>[~, name, ~] = </a:t>
            </a:r>
            <a:r>
              <a:rPr lang="it-IT" sz="1300" err="1">
                <a:ea typeface="+mn-lt"/>
                <a:cs typeface="+mn-lt"/>
              </a:rPr>
              <a:t>fileparts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 err="1">
                <a:ea typeface="+mn-lt"/>
                <a:cs typeface="+mn-lt"/>
              </a:rPr>
              <a:t>images_test</a:t>
            </a:r>
            <a:r>
              <a:rPr lang="it-IT" sz="1300">
                <a:ea typeface="+mn-lt"/>
                <a:cs typeface="+mn-lt"/>
              </a:rPr>
              <a:t>(i).name);</a:t>
            </a:r>
          </a:p>
          <a:p>
            <a:pPr>
              <a:buNone/>
            </a:pPr>
            <a:r>
              <a:rPr lang="it-IT" sz="1300" err="1">
                <a:ea typeface="+mn-lt"/>
                <a:cs typeface="+mn-lt"/>
              </a:rPr>
              <a:t>imwrite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 err="1">
                <a:ea typeface="+mn-lt"/>
                <a:cs typeface="+mn-lt"/>
              </a:rPr>
              <a:t>IMAGES_adjusted</a:t>
            </a:r>
            <a:r>
              <a:rPr lang="it-IT" sz="1300">
                <a:ea typeface="+mn-lt"/>
                <a:cs typeface="+mn-lt"/>
              </a:rPr>
              <a:t>,   </a:t>
            </a:r>
            <a:r>
              <a:rPr lang="it-IT" sz="1300" err="1">
                <a:ea typeface="+mn-lt"/>
                <a:cs typeface="+mn-lt"/>
              </a:rPr>
              <a:t>fullfile</a:t>
            </a:r>
            <a:r>
              <a:rPr lang="it-IT" sz="1300">
                <a:ea typeface="+mn-lt"/>
                <a:cs typeface="+mn-lt"/>
              </a:rPr>
              <a:t>(</a:t>
            </a:r>
            <a:r>
              <a:rPr lang="it-IT" sz="1300">
                <a:solidFill>
                  <a:schemeClr val="accent5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'C:\Users\...\im_test2</a:t>
            </a:r>
            <a:r>
              <a:rPr lang="it-IT" sz="1300">
                <a:ea typeface="+mn-lt"/>
                <a:cs typeface="+mn-lt"/>
              </a:rPr>
              <a:t>', [name '.png']));</a:t>
            </a:r>
          </a:p>
          <a:p>
            <a:pPr>
              <a:buNone/>
            </a:pPr>
            <a:r>
              <a:rPr lang="it-IT" sz="1300" err="1">
                <a:ea typeface="+mn-lt"/>
                <a:cs typeface="+mn-lt"/>
              </a:rPr>
              <a:t>hold</a:t>
            </a:r>
            <a:r>
              <a:rPr lang="it-IT" sz="1300">
                <a:ea typeface="+mn-lt"/>
                <a:cs typeface="+mn-lt"/>
              </a:rPr>
              <a:t> off; </a:t>
            </a:r>
          </a:p>
          <a:p>
            <a:pPr>
              <a:buNone/>
            </a:pPr>
            <a:r>
              <a:rPr lang="it-IT" sz="1300">
                <a:ea typeface="+mn-lt"/>
                <a:cs typeface="+mn-lt"/>
              </a:rPr>
              <a:t>end</a:t>
            </a:r>
          </a:p>
          <a:p>
            <a:pPr marL="0" indent="0">
              <a:buNone/>
            </a:pPr>
            <a:endParaRPr lang="it-IT" sz="1300"/>
          </a:p>
        </p:txBody>
      </p:sp>
    </p:spTree>
    <p:extLst>
      <p:ext uri="{BB962C8B-B14F-4D97-AF65-F5344CB8AC3E}">
        <p14:creationId xmlns:p14="http://schemas.microsoft.com/office/powerpoint/2010/main" val="2858866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526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1BD63B-9CE1-0A85-12DF-0C134E28B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27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FDF63BE-9A24-A778-6852-FAAF19A0A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077" y="182681"/>
            <a:ext cx="10515600" cy="866390"/>
          </a:xfrm>
        </p:spPr>
        <p:txBody>
          <a:bodyPr>
            <a:normAutofit/>
          </a:bodyPr>
          <a:lstStyle/>
          <a:p>
            <a:r>
              <a:rPr lang="it-IT" sz="3600" err="1">
                <a:solidFill>
                  <a:schemeClr val="bg1"/>
                </a:solidFill>
              </a:rPr>
              <a:t>Region</a:t>
            </a:r>
            <a:r>
              <a:rPr lang="it-IT" sz="3600">
                <a:solidFill>
                  <a:schemeClr val="bg1"/>
                </a:solidFill>
              </a:rPr>
              <a:t> </a:t>
            </a:r>
            <a:r>
              <a:rPr lang="it-IT" sz="3600" err="1">
                <a:solidFill>
                  <a:schemeClr val="bg1"/>
                </a:solidFill>
              </a:rPr>
              <a:t>Growing</a:t>
            </a:r>
            <a:r>
              <a:rPr lang="it-IT" sz="3600">
                <a:solidFill>
                  <a:schemeClr val="bg1"/>
                </a:solidFill>
              </a:rPr>
              <a:t> (training)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A6918DB-25A6-D283-ABFC-865206AAC1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6569" y="1026426"/>
            <a:ext cx="4054641" cy="55115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400" b="0" i="0" dirty="0">
                <a:solidFill>
                  <a:schemeClr val="bg1"/>
                </a:solidFill>
                <a:effectLst/>
                <a:latin typeface="Menlo"/>
              </a:rPr>
              <a:t>[im_train2,dir_f]=</a:t>
            </a:r>
            <a:r>
              <a:rPr lang="it-IT" sz="1400" b="0" i="0" dirty="0" err="1">
                <a:solidFill>
                  <a:schemeClr val="bg1"/>
                </a:solidFill>
                <a:effectLst/>
                <a:latin typeface="Menlo"/>
              </a:rPr>
              <a:t>uigetfile</a:t>
            </a:r>
            <a:r>
              <a:rPr lang="it-IT" sz="1400" b="0" i="0" dirty="0">
                <a:solidFill>
                  <a:schemeClr val="bg1"/>
                </a:solidFill>
                <a:effectLst/>
                <a:latin typeface="Menlo"/>
              </a:rPr>
              <a:t>(</a:t>
            </a:r>
            <a:r>
              <a:rPr lang="it-IT" sz="1400" b="0" i="0" dirty="0" err="1">
                <a:solidFill>
                  <a:schemeClr val="bg1"/>
                </a:solidFill>
                <a:effectLst/>
                <a:latin typeface="Menlo"/>
              </a:rPr>
              <a:t>pwd</a:t>
            </a:r>
            <a:r>
              <a:rPr lang="it-IT" sz="1400" b="0" i="0" dirty="0">
                <a:solidFill>
                  <a:schemeClr val="bg1"/>
                </a:solidFill>
                <a:effectLst/>
                <a:latin typeface="Menlo"/>
              </a:rPr>
              <a:t>, </a:t>
            </a:r>
            <a:r>
              <a:rPr lang="it-IT" sz="14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enlo"/>
              </a:rPr>
              <a:t>'Select an image','*.*')</a:t>
            </a:r>
            <a:r>
              <a:rPr lang="it-IT" sz="1400" b="0" i="0" dirty="0">
                <a:solidFill>
                  <a:schemeClr val="bg1"/>
                </a:solidFill>
                <a:effectLst/>
                <a:latin typeface="Menlo"/>
              </a:rPr>
              <a:t>;</a:t>
            </a:r>
          </a:p>
          <a:p>
            <a:pPr marL="0" indent="0">
              <a:buNone/>
            </a:pPr>
            <a:r>
              <a:rPr lang="it-IT" sz="1400" b="0" i="0" dirty="0">
                <a:solidFill>
                  <a:schemeClr val="bg1"/>
                </a:solidFill>
                <a:effectLst/>
                <a:latin typeface="Menlo"/>
              </a:rPr>
              <a:t>A=im2double(</a:t>
            </a:r>
            <a:r>
              <a:rPr lang="it-IT" sz="1400" b="0" i="0" dirty="0" err="1">
                <a:solidFill>
                  <a:schemeClr val="bg1"/>
                </a:solidFill>
                <a:effectLst/>
                <a:latin typeface="Menlo"/>
              </a:rPr>
              <a:t>imread</a:t>
            </a:r>
            <a:r>
              <a:rPr lang="it-IT" sz="1400" b="0" i="0" dirty="0">
                <a:solidFill>
                  <a:schemeClr val="bg1"/>
                </a:solidFill>
                <a:effectLst/>
                <a:latin typeface="Menlo"/>
              </a:rPr>
              <a:t>([dir_f,im_train2]));</a:t>
            </a:r>
          </a:p>
          <a:p>
            <a:pPr marL="0" indent="0">
              <a:buNone/>
            </a:pPr>
            <a:r>
              <a:rPr lang="it-IT" sz="1400" b="0" i="0" dirty="0" err="1">
                <a:solidFill>
                  <a:schemeClr val="bg1"/>
                </a:solidFill>
                <a:effectLst/>
                <a:latin typeface="Menlo"/>
              </a:rPr>
              <a:t>if</a:t>
            </a:r>
            <a:r>
              <a:rPr lang="it-IT" sz="1400" b="0" i="0" dirty="0">
                <a:solidFill>
                  <a:schemeClr val="bg1"/>
                </a:solidFill>
                <a:effectLst/>
                <a:latin typeface="Menlo"/>
              </a:rPr>
              <a:t> </a:t>
            </a:r>
            <a:r>
              <a:rPr lang="it-IT" sz="1400" b="0" i="0" dirty="0" err="1">
                <a:solidFill>
                  <a:schemeClr val="bg1"/>
                </a:solidFill>
                <a:effectLst/>
                <a:latin typeface="Menlo"/>
              </a:rPr>
              <a:t>length</a:t>
            </a:r>
            <a:r>
              <a:rPr lang="it-IT" sz="1400" b="0" i="0" dirty="0">
                <a:solidFill>
                  <a:schemeClr val="bg1"/>
                </a:solidFill>
                <a:effectLst/>
                <a:latin typeface="Menlo"/>
              </a:rPr>
              <a:t>(size(A))&gt;2</a:t>
            </a:r>
          </a:p>
          <a:p>
            <a:pPr marL="0" indent="0">
              <a:buNone/>
            </a:pPr>
            <a:r>
              <a:rPr lang="it-IT" sz="1400" b="0" i="0" dirty="0">
                <a:solidFill>
                  <a:schemeClr val="bg1"/>
                </a:solidFill>
                <a:effectLst/>
                <a:latin typeface="Menlo"/>
              </a:rPr>
              <a:t>A=rgb2gray(A);</a:t>
            </a:r>
          </a:p>
          <a:p>
            <a:pPr marL="0" indent="0">
              <a:buNone/>
            </a:pPr>
            <a:r>
              <a:rPr lang="it-IT" sz="1400" b="0" i="0" dirty="0">
                <a:solidFill>
                  <a:schemeClr val="bg1"/>
                </a:solidFill>
                <a:effectLst/>
                <a:latin typeface="Menlo"/>
              </a:rPr>
              <a:t>end</a:t>
            </a:r>
          </a:p>
          <a:p>
            <a:pPr marL="0" indent="0">
              <a:buNone/>
            </a:pPr>
            <a:r>
              <a:rPr lang="it-IT" sz="1400" b="0" i="0" dirty="0">
                <a:solidFill>
                  <a:schemeClr val="bg1"/>
                </a:solidFill>
                <a:effectLst/>
                <a:latin typeface="Menlo"/>
              </a:rPr>
              <a:t>figure();</a:t>
            </a:r>
          </a:p>
          <a:p>
            <a:pPr marL="0" indent="0">
              <a:buNone/>
            </a:pPr>
            <a:r>
              <a:rPr lang="it-IT" sz="1400" b="0" i="0" dirty="0" err="1">
                <a:solidFill>
                  <a:schemeClr val="bg1"/>
                </a:solidFill>
                <a:effectLst/>
                <a:latin typeface="Menlo"/>
              </a:rPr>
              <a:t>imshow</a:t>
            </a:r>
            <a:r>
              <a:rPr lang="it-IT" sz="1400" b="0" i="0" dirty="0">
                <a:solidFill>
                  <a:schemeClr val="bg1"/>
                </a:solidFill>
                <a:effectLst/>
                <a:latin typeface="Menlo"/>
              </a:rPr>
              <a:t>(A);</a:t>
            </a:r>
            <a:br>
              <a:rPr lang="it-IT" sz="1400" b="0" i="0" dirty="0">
                <a:solidFill>
                  <a:schemeClr val="bg1"/>
                </a:solidFill>
                <a:effectLst/>
                <a:latin typeface="Menlo"/>
              </a:rPr>
            </a:br>
            <a:endParaRPr lang="it-IT" sz="1400" b="0" i="0" dirty="0">
              <a:solidFill>
                <a:schemeClr val="bg1"/>
              </a:solidFill>
              <a:effectLst/>
              <a:latin typeface="Menlo"/>
            </a:endParaRPr>
          </a:p>
          <a:p>
            <a:pPr marL="0" indent="0">
              <a:buNone/>
            </a:pPr>
            <a:r>
              <a:rPr lang="it-IT" sz="1400" b="0" i="0" dirty="0">
                <a:solidFill>
                  <a:schemeClr val="bg1"/>
                </a:solidFill>
                <a:effectLst/>
                <a:latin typeface="Menlo"/>
              </a:rPr>
              <a:t>[gt_train2,dir_f]=</a:t>
            </a:r>
            <a:r>
              <a:rPr lang="it-IT" sz="1400" b="0" i="0" dirty="0" err="1">
                <a:solidFill>
                  <a:schemeClr val="bg1"/>
                </a:solidFill>
                <a:effectLst/>
                <a:latin typeface="Menlo"/>
              </a:rPr>
              <a:t>uigetfile</a:t>
            </a:r>
            <a:r>
              <a:rPr lang="it-IT" sz="1400" b="0" i="0" dirty="0">
                <a:solidFill>
                  <a:schemeClr val="bg1"/>
                </a:solidFill>
                <a:effectLst/>
                <a:latin typeface="Menlo"/>
              </a:rPr>
              <a:t>(</a:t>
            </a:r>
            <a:r>
              <a:rPr lang="it-IT" sz="1400" b="0" i="0" dirty="0" err="1">
                <a:solidFill>
                  <a:schemeClr val="bg1"/>
                </a:solidFill>
                <a:effectLst/>
                <a:latin typeface="Menlo"/>
              </a:rPr>
              <a:t>pwd</a:t>
            </a:r>
            <a:r>
              <a:rPr lang="it-IT" sz="1400" b="0" i="0" dirty="0">
                <a:solidFill>
                  <a:schemeClr val="bg1"/>
                </a:solidFill>
                <a:effectLst/>
                <a:latin typeface="Menlo"/>
              </a:rPr>
              <a:t>, </a:t>
            </a:r>
            <a:r>
              <a:rPr lang="it-IT" sz="14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enlo"/>
              </a:rPr>
              <a:t>'Select an image','*.*’</a:t>
            </a:r>
            <a:r>
              <a:rPr lang="it-IT" sz="1400" b="0" i="0" dirty="0">
                <a:solidFill>
                  <a:schemeClr val="bg1"/>
                </a:solidFill>
                <a:effectLst/>
                <a:latin typeface="Menlo"/>
              </a:rPr>
              <a:t>);</a:t>
            </a:r>
          </a:p>
          <a:p>
            <a:pPr marL="0" indent="0">
              <a:buNone/>
            </a:pPr>
            <a:r>
              <a:rPr lang="it-IT" sz="1400" b="0" i="0" dirty="0">
                <a:solidFill>
                  <a:schemeClr val="bg1"/>
                </a:solidFill>
                <a:effectLst/>
              </a:rPr>
              <a:t>GT=im2double(</a:t>
            </a:r>
            <a:r>
              <a:rPr lang="it-IT" sz="1400" b="0" i="0" dirty="0" err="1">
                <a:solidFill>
                  <a:schemeClr val="bg1"/>
                </a:solidFill>
                <a:effectLst/>
              </a:rPr>
              <a:t>imread</a:t>
            </a:r>
            <a:r>
              <a:rPr lang="it-IT" sz="1400" b="0" i="0" dirty="0">
                <a:solidFill>
                  <a:schemeClr val="bg1"/>
                </a:solidFill>
                <a:effectLst/>
              </a:rPr>
              <a:t>(</a:t>
            </a:r>
            <a:r>
              <a:rPr lang="it-IT" sz="1400" b="0" i="0" dirty="0" err="1">
                <a:solidFill>
                  <a:schemeClr val="bg1"/>
                </a:solidFill>
                <a:effectLst/>
              </a:rPr>
              <a:t>fullfile</a:t>
            </a:r>
            <a:r>
              <a:rPr lang="it-IT" sz="1400" b="0" i="0" dirty="0">
                <a:solidFill>
                  <a:schemeClr val="bg1"/>
                </a:solidFill>
                <a:effectLst/>
              </a:rPr>
              <a:t>(dir_f,gt_train2)));</a:t>
            </a:r>
            <a:endParaRPr lang="it-IT" sz="1400" b="0" i="0" dirty="0">
              <a:solidFill>
                <a:schemeClr val="bg1"/>
              </a:solidFill>
              <a:effectLst/>
              <a:latin typeface="Menlo"/>
            </a:endParaRPr>
          </a:p>
          <a:p>
            <a:pPr marL="0" indent="0">
              <a:buNone/>
            </a:pPr>
            <a:r>
              <a:rPr lang="it-IT" sz="1400" b="0" i="0" dirty="0">
                <a:solidFill>
                  <a:schemeClr val="bg1"/>
                </a:solidFill>
                <a:effectLst/>
                <a:latin typeface="Menlo"/>
              </a:rPr>
              <a:t>figure(); </a:t>
            </a:r>
          </a:p>
          <a:p>
            <a:pPr marL="0" indent="0">
              <a:buNone/>
            </a:pPr>
            <a:r>
              <a:rPr lang="it-IT" sz="1400" dirty="0" err="1">
                <a:solidFill>
                  <a:schemeClr val="bg1"/>
                </a:solidFill>
                <a:latin typeface="Menlo"/>
              </a:rPr>
              <a:t>imhist</a:t>
            </a:r>
            <a:r>
              <a:rPr lang="it-IT" sz="1400" dirty="0">
                <a:solidFill>
                  <a:schemeClr val="bg1"/>
                </a:solidFill>
                <a:latin typeface="Menlo"/>
              </a:rPr>
              <a:t>(A)</a:t>
            </a:r>
            <a:r>
              <a:rPr lang="it-IT" sz="1400" b="0" i="0" dirty="0">
                <a:solidFill>
                  <a:schemeClr val="bg1"/>
                </a:solidFill>
                <a:effectLst/>
                <a:latin typeface="Menlo"/>
              </a:rPr>
              <a:t>; </a:t>
            </a:r>
          </a:p>
          <a:p>
            <a:pPr marL="0" indent="0">
              <a:buNone/>
            </a:pPr>
            <a:r>
              <a:rPr lang="en-US" sz="1400" b="0" i="0" dirty="0">
                <a:solidFill>
                  <a:srgbClr val="92D050"/>
                </a:solidFill>
                <a:effectLst/>
                <a:latin typeface="Menlo"/>
              </a:rPr>
              <a:t>%% </a:t>
            </a:r>
            <a:r>
              <a:rPr lang="en-US" sz="1400" b="0" i="0" dirty="0" err="1">
                <a:solidFill>
                  <a:srgbClr val="92D050"/>
                </a:solidFill>
                <a:effectLst/>
                <a:latin typeface="Menlo"/>
              </a:rPr>
              <a:t>aumento</a:t>
            </a:r>
            <a:r>
              <a:rPr lang="en-US" sz="1400" b="0" i="0" dirty="0">
                <a:solidFill>
                  <a:srgbClr val="92D050"/>
                </a:solidFill>
                <a:effectLst/>
                <a:latin typeface="Menlo"/>
              </a:rPr>
              <a:t> </a:t>
            </a:r>
            <a:r>
              <a:rPr lang="en-US" sz="1400" b="0" i="0" dirty="0" err="1">
                <a:solidFill>
                  <a:srgbClr val="92D050"/>
                </a:solidFill>
                <a:effectLst/>
                <a:latin typeface="Menlo"/>
              </a:rPr>
              <a:t>contrasto</a:t>
            </a:r>
            <a:br>
              <a:rPr lang="en-US" sz="1400" b="0" i="0" dirty="0">
                <a:solidFill>
                  <a:schemeClr val="bg1"/>
                </a:solidFill>
                <a:effectLst/>
                <a:latin typeface="Menlo"/>
              </a:rPr>
            </a:br>
            <a:r>
              <a:rPr lang="en-US" sz="1400" b="0" i="0" dirty="0" err="1">
                <a:solidFill>
                  <a:schemeClr val="bg1"/>
                </a:solidFill>
                <a:effectLst/>
                <a:latin typeface="Menlo"/>
              </a:rPr>
              <a:t>A_cont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Menlo"/>
              </a:rPr>
              <a:t>=</a:t>
            </a:r>
            <a:r>
              <a:rPr lang="en-US" sz="1400" b="0" i="0" dirty="0" err="1">
                <a:solidFill>
                  <a:schemeClr val="bg1"/>
                </a:solidFill>
                <a:effectLst/>
                <a:latin typeface="Menlo"/>
              </a:rPr>
              <a:t>imadjust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Menlo"/>
              </a:rPr>
              <a:t>(A,[0.5 0.9],[0 1], 0.8);</a:t>
            </a:r>
          </a:p>
          <a:p>
            <a:pPr marL="0" indent="0">
              <a:buNone/>
            </a:pPr>
            <a:r>
              <a:rPr lang="en-US" sz="1400" b="0" i="0" dirty="0">
                <a:solidFill>
                  <a:schemeClr val="bg1"/>
                </a:solidFill>
                <a:effectLst/>
                <a:latin typeface="Menlo"/>
              </a:rPr>
              <a:t>figure();</a:t>
            </a:r>
          </a:p>
          <a:p>
            <a:pPr marL="0" indent="0">
              <a:buNone/>
            </a:pPr>
            <a:r>
              <a:rPr lang="en-US" sz="1400" b="0" i="0" dirty="0" err="1">
                <a:solidFill>
                  <a:schemeClr val="bg1"/>
                </a:solidFill>
                <a:effectLst/>
                <a:latin typeface="Menlo"/>
              </a:rPr>
              <a:t>imshow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Menlo"/>
              </a:rPr>
              <a:t>(</a:t>
            </a:r>
            <a:r>
              <a:rPr lang="en-US" sz="1400" b="0" i="0" dirty="0" err="1">
                <a:solidFill>
                  <a:schemeClr val="bg1"/>
                </a:solidFill>
                <a:effectLst/>
                <a:latin typeface="Menlo"/>
              </a:rPr>
              <a:t>A_cont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Menlo"/>
              </a:rPr>
              <a:t>);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5404809-61D8-FEC8-5494-02E40ECC7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15380" y="1342955"/>
            <a:ext cx="4423407" cy="41720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3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%% </a:t>
            </a:r>
            <a:r>
              <a:rPr lang="it-IT" sz="13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region</a:t>
            </a:r>
            <a:r>
              <a:rPr lang="it-IT" sz="13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</a:t>
            </a:r>
            <a:r>
              <a:rPr lang="it-IT" sz="13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growing</a:t>
            </a:r>
            <a:endParaRPr lang="it-IT" sz="13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0" indent="0">
              <a:buNone/>
            </a:pPr>
            <a:r>
              <a:rPr lang="it-IT" sz="1300" b="0" i="0" dirty="0">
                <a:solidFill>
                  <a:schemeClr val="bg1"/>
                </a:solidFill>
                <a:effectLst/>
              </a:rPr>
              <a:t>[xi]=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drawpoint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();</a:t>
            </a:r>
          </a:p>
          <a:p>
            <a:pPr marL="0" indent="0">
              <a:buNone/>
            </a:pPr>
            <a:r>
              <a:rPr lang="it-IT" sz="1300" b="0" i="0" dirty="0">
                <a:solidFill>
                  <a:schemeClr val="bg1"/>
                </a:solidFill>
                <a:effectLst/>
              </a:rPr>
              <a:t>[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seg_rg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]=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my_regiongrowing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A_cont,round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xi.Position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(2)), round(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xi.Position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(1)),0.1);</a:t>
            </a:r>
          </a:p>
          <a:p>
            <a:pPr marL="0" indent="0">
              <a:buNone/>
            </a:pPr>
            <a:r>
              <a:rPr lang="it-IT" sz="1300" b="0" i="0" dirty="0" err="1">
                <a:solidFill>
                  <a:schemeClr val="bg1"/>
                </a:solidFill>
                <a:effectLst/>
              </a:rPr>
              <a:t>hold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 off;</a:t>
            </a:r>
          </a:p>
          <a:p>
            <a:pPr marL="0" indent="0">
              <a:buNone/>
            </a:pPr>
            <a:r>
              <a:rPr lang="it-IT" sz="1300" b="0" i="0" dirty="0" err="1">
                <a:solidFill>
                  <a:schemeClr val="bg1"/>
                </a:solidFill>
                <a:effectLst/>
              </a:rPr>
              <a:t>seg_rg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=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imfill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(seg_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rg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,'</a:t>
            </a:r>
            <a:r>
              <a:rPr lang="it-IT" sz="1300" b="0" i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holes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'); </a:t>
            </a:r>
          </a:p>
          <a:p>
            <a:pPr marL="0" indent="0">
              <a:buNone/>
            </a:pPr>
            <a:r>
              <a:rPr lang="it-IT" sz="1300" b="0" i="0" dirty="0">
                <a:solidFill>
                  <a:schemeClr val="bg1"/>
                </a:solidFill>
                <a:effectLst/>
              </a:rPr>
              <a:t>figure(); </a:t>
            </a:r>
          </a:p>
          <a:p>
            <a:pPr marL="0" indent="0">
              <a:buNone/>
            </a:pPr>
            <a:r>
              <a:rPr lang="it-IT" sz="1300" b="0" i="0" dirty="0" err="1">
                <a:solidFill>
                  <a:schemeClr val="bg1"/>
                </a:solidFill>
                <a:effectLst/>
              </a:rPr>
              <a:t>imshowpair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seg_rg,GT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); 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title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</a:t>
            </a:r>
            <a:r>
              <a:rPr lang="it-IT" sz="13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'RG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’);</a:t>
            </a:r>
          </a:p>
          <a:p>
            <a:pPr marL="0" indent="0">
              <a:buNone/>
            </a:pPr>
            <a:endParaRPr lang="it-IT" sz="13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0" indent="0">
              <a:buNone/>
            </a:pPr>
            <a:r>
              <a:rPr lang="it-IT" sz="13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%% Valutazione parametri</a:t>
            </a:r>
          </a:p>
          <a:p>
            <a:pPr marL="0" indent="0">
              <a:buNone/>
            </a:pPr>
            <a:r>
              <a:rPr lang="it-IT" sz="1300" b="0" i="0" dirty="0">
                <a:solidFill>
                  <a:schemeClr val="bg1"/>
                </a:solidFill>
                <a:effectLst/>
              </a:rPr>
              <a:t>[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TP,FP,FN,CR_rg,CM_rg,FM_rg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]= 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evaluation_segmentation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seg_rg,GT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);</a:t>
            </a:r>
          </a:p>
          <a:p>
            <a:pPr marL="0" indent="0">
              <a:buNone/>
            </a:pPr>
            <a:br>
              <a:rPr lang="it-IT" sz="1300" b="0" i="0" dirty="0">
                <a:effectLst/>
              </a:rPr>
            </a:br>
            <a:endParaRPr lang="it-IT" sz="13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33016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34DC08-A473-6D3F-05B2-09B84D2C2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844E181-E73F-79CF-89E8-30B0DF697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Risultati- Dataset di training</a:t>
            </a:r>
          </a:p>
        </p:txBody>
      </p:sp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615977D8-0D86-1B94-AD77-8B1A71C0178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r="6845"/>
          <a:stretch/>
        </p:blipFill>
        <p:spPr>
          <a:xfrm>
            <a:off x="258247" y="2525486"/>
            <a:ext cx="5588590" cy="3239587"/>
          </a:xfrm>
          <a:prstGeom prst="rect">
            <a:avLst/>
          </a:prstGeom>
        </p:spPr>
      </p:pic>
      <p:pic>
        <p:nvPicPr>
          <p:cNvPr id="11" name="Segnaposto contenuto 10">
            <a:extLst>
              <a:ext uri="{FF2B5EF4-FFF2-40B4-BE49-F238E27FC236}">
                <a16:creationId xmlns:a16="http://schemas.microsoft.com/office/drawing/2014/main" id="{F92130C7-FA99-59B8-F129-FD294E2AF2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r="3739"/>
          <a:stretch/>
        </p:blipFill>
        <p:spPr>
          <a:xfrm>
            <a:off x="6150615" y="2525487"/>
            <a:ext cx="5774924" cy="323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57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4" name="Rectangle 1043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33B9C452-2C6E-4D52-8FC7-669291EE9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34E1CC44-1B7F-472B-B668-B4F2F4723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B5BAD077-4A41-458D-9909-1A108699E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F1FC21CE-01FD-49CC-BAFC-06F38B34B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olo 6">
            <a:extLst>
              <a:ext uri="{FF2B5EF4-FFF2-40B4-BE49-F238E27FC236}">
                <a16:creationId xmlns:a16="http://schemas.microsoft.com/office/drawing/2014/main" id="{457A5960-76B1-D651-C875-8E89D748D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6999883" cy="9679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Caso migliore Training (paziente 184)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523D806-AFEF-9A63-ADE6-8BA589DACC0E}"/>
              </a:ext>
            </a:extLst>
          </p:cNvPr>
          <p:cNvSpPr txBox="1"/>
          <p:nvPr/>
        </p:nvSpPr>
        <p:spPr>
          <a:xfrm>
            <a:off x="8475543" y="321728"/>
            <a:ext cx="3300998" cy="967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>
                <a:solidFill>
                  <a:srgbClr val="FFFFFF"/>
                </a:solidFill>
              </a:rPr>
              <a:t>Th=0.1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9282D547-C053-E6D9-3944-A72161886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231" y="2608977"/>
            <a:ext cx="2749101" cy="2826591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2B0BB50-AFA9-5A0A-2FA5-C4CD5C453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4845" y="2607104"/>
            <a:ext cx="2791594" cy="2843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75667E3-4E1F-3B89-24ED-85FC1980A98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2" r="58866" b="6123"/>
          <a:stretch/>
        </p:blipFill>
        <p:spPr bwMode="auto">
          <a:xfrm>
            <a:off x="6239169" y="2612760"/>
            <a:ext cx="2774132" cy="283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EAD5DA0B-35D7-9E66-6879-05E763D1CE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304" r="4241" b="34017"/>
          <a:stretch/>
        </p:blipFill>
        <p:spPr>
          <a:xfrm>
            <a:off x="9183248" y="2613726"/>
            <a:ext cx="2748299" cy="283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75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33B9C452-2C6E-4D52-8FC7-669291EE9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34E1CC44-1B7F-472B-B668-B4F2F4723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B5BAD077-4A41-458D-9909-1A108699E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F1FC21CE-01FD-49CC-BAFC-06F38B34B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olo 8">
            <a:extLst>
              <a:ext uri="{FF2B5EF4-FFF2-40B4-BE49-F238E27FC236}">
                <a16:creationId xmlns:a16="http://schemas.microsoft.com/office/drawing/2014/main" id="{44013791-421B-8FEE-5B5A-5C2E811F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6999883" cy="9679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Caso peggiore Training 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F52DDF0-B0A7-D638-D01C-5A38C9C3E71D}"/>
              </a:ext>
            </a:extLst>
          </p:cNvPr>
          <p:cNvSpPr txBox="1"/>
          <p:nvPr/>
        </p:nvSpPr>
        <p:spPr>
          <a:xfrm>
            <a:off x="8653290" y="396076"/>
            <a:ext cx="3300998" cy="967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>
                <a:solidFill>
                  <a:srgbClr val="FFFFFF"/>
                </a:solidFill>
              </a:rPr>
              <a:t>Th=0.95</a:t>
            </a:r>
          </a:p>
        </p:txBody>
      </p:sp>
      <p:pic>
        <p:nvPicPr>
          <p:cNvPr id="2052" name="Picture 4" descr="Immagine che contiene nero, schermata, bianco 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4B87D1CA-D754-3243-88E9-50FD77C32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82488" y="2692307"/>
            <a:ext cx="2819894" cy="2819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magine 11" descr="Immagine che contiene schermata, bianco e ner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B7D4EA7A-1EF1-1BDC-7991-907D1958F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97" y="2672401"/>
            <a:ext cx="2819894" cy="2819894"/>
          </a:xfrm>
          <a:prstGeom prst="rect">
            <a:avLst/>
          </a:prstGeom>
        </p:spPr>
      </p:pic>
      <p:pic>
        <p:nvPicPr>
          <p:cNvPr id="2050" name="Picture 2" descr="Immagine che contiene testo, schermata, Software multimediale, Modifica&#10;&#10;Il contenuto generato dall'IA potrebbe non essere corretto.">
            <a:extLst>
              <a:ext uri="{FF2B5EF4-FFF2-40B4-BE49-F238E27FC236}">
                <a16:creationId xmlns:a16="http://schemas.microsoft.com/office/drawing/2014/main" id="{63F040D1-943D-C2E5-BF2D-E2DF6043C2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86" r="4168" b="34306"/>
          <a:stretch/>
        </p:blipFill>
        <p:spPr bwMode="auto">
          <a:xfrm>
            <a:off x="9327983" y="2692307"/>
            <a:ext cx="2701667" cy="2741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Segnaposto contenuto 10" descr="Immagine che contiene testo, schermata&#10;&#10;Il contenuto generato dall'IA potrebbe non essere corretto.">
            <a:extLst>
              <a:ext uri="{FF2B5EF4-FFF2-40B4-BE49-F238E27FC236}">
                <a16:creationId xmlns:a16="http://schemas.microsoft.com/office/drawing/2014/main" id="{4524E33E-A738-5632-ABFB-AD4C16A5E4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 l="4168" r="58696" b="5251"/>
          <a:stretch/>
        </p:blipFill>
        <p:spPr>
          <a:xfrm>
            <a:off x="6357822" y="2672401"/>
            <a:ext cx="2714721" cy="283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1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526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C4CBF6-E586-FCFB-7F48-26700265A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27">
            <a:extLst>
              <a:ext uri="{FF2B5EF4-FFF2-40B4-BE49-F238E27FC236}">
                <a16:creationId xmlns:a16="http://schemas.microsoft.com/office/drawing/2014/main" id="{A787026A-EB49-C477-E3BC-38E386677A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7B7DD00-DD5D-F702-1A9E-D83DC8D40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077" y="182681"/>
            <a:ext cx="10515600" cy="866390"/>
          </a:xfrm>
        </p:spPr>
        <p:txBody>
          <a:bodyPr>
            <a:normAutofit/>
          </a:bodyPr>
          <a:lstStyle/>
          <a:p>
            <a:r>
              <a:rPr lang="it-IT" sz="3600" dirty="0" err="1">
                <a:solidFill>
                  <a:schemeClr val="bg1"/>
                </a:solidFill>
              </a:rPr>
              <a:t>Region</a:t>
            </a:r>
            <a:r>
              <a:rPr lang="it-IT" sz="3600" dirty="0">
                <a:solidFill>
                  <a:schemeClr val="bg1"/>
                </a:solidFill>
              </a:rPr>
              <a:t> </a:t>
            </a:r>
            <a:r>
              <a:rPr lang="it-IT" sz="3600" dirty="0" err="1">
                <a:solidFill>
                  <a:schemeClr val="bg1"/>
                </a:solidFill>
              </a:rPr>
              <a:t>Growing</a:t>
            </a:r>
            <a:r>
              <a:rPr lang="it-IT" sz="3600" dirty="0">
                <a:solidFill>
                  <a:schemeClr val="bg1"/>
                </a:solidFill>
              </a:rPr>
              <a:t> (test)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89EFFB9-170A-BFB6-6DAD-4CB43E0CF9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6569" y="1026426"/>
            <a:ext cx="4054641" cy="55115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300" b="0" i="0" dirty="0">
                <a:solidFill>
                  <a:schemeClr val="bg1"/>
                </a:solidFill>
                <a:effectLst/>
              </a:rPr>
              <a:t>[im_test2,dir_f]=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uigetfile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pwd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,</a:t>
            </a:r>
            <a:r>
              <a:rPr lang="it-IT" sz="13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'Select an image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','</a:t>
            </a:r>
            <a:r>
              <a:rPr lang="it-IT" sz="13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*.*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');</a:t>
            </a:r>
          </a:p>
          <a:p>
            <a:pPr marL="0" indent="0">
              <a:buNone/>
            </a:pPr>
            <a:r>
              <a:rPr lang="it-IT" sz="1300" b="0" i="0" dirty="0">
                <a:solidFill>
                  <a:schemeClr val="bg1"/>
                </a:solidFill>
                <a:effectLst/>
              </a:rPr>
              <a:t>A=im2double(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imread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([dir_f,im_test2]));</a:t>
            </a:r>
          </a:p>
          <a:p>
            <a:pPr marL="0" indent="0">
              <a:buNone/>
            </a:pPr>
            <a:r>
              <a:rPr lang="it-IT" sz="1300" b="0" i="0" dirty="0" err="1">
                <a:solidFill>
                  <a:schemeClr val="bg1"/>
                </a:solidFill>
                <a:effectLst/>
              </a:rPr>
              <a:t>if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 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length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(size(A))&gt;2</a:t>
            </a:r>
          </a:p>
          <a:p>
            <a:pPr marL="0" indent="0">
              <a:buNone/>
            </a:pPr>
            <a:r>
              <a:rPr lang="it-IT" sz="1300" b="0" i="0" dirty="0">
                <a:solidFill>
                  <a:schemeClr val="bg1"/>
                </a:solidFill>
                <a:effectLst/>
              </a:rPr>
              <a:t>A=rgb2gray(A);</a:t>
            </a:r>
          </a:p>
          <a:p>
            <a:pPr marL="0" indent="0">
              <a:buNone/>
            </a:pPr>
            <a:r>
              <a:rPr lang="it-IT" sz="1300" b="0" i="0" dirty="0">
                <a:solidFill>
                  <a:schemeClr val="bg1"/>
                </a:solidFill>
                <a:effectLst/>
              </a:rPr>
              <a:t>end</a:t>
            </a:r>
          </a:p>
          <a:p>
            <a:pPr marL="0" indent="0">
              <a:buNone/>
            </a:pPr>
            <a:r>
              <a:rPr lang="it-IT" sz="1300" b="0" i="0" dirty="0">
                <a:solidFill>
                  <a:schemeClr val="bg1"/>
                </a:solidFill>
                <a:effectLst/>
              </a:rPr>
              <a:t>figure();</a:t>
            </a:r>
          </a:p>
          <a:p>
            <a:pPr marL="0" indent="0">
              <a:buNone/>
            </a:pPr>
            <a:r>
              <a:rPr lang="it-IT" sz="1300" b="0" i="0" dirty="0" err="1">
                <a:solidFill>
                  <a:schemeClr val="bg1"/>
                </a:solidFill>
                <a:effectLst/>
              </a:rPr>
              <a:t>imshow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(A);</a:t>
            </a:r>
          </a:p>
          <a:p>
            <a:pPr marL="0" indent="0">
              <a:buNone/>
            </a:pPr>
            <a:endParaRPr lang="it-IT" sz="1300" b="0" i="0" dirty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it-IT" sz="1300" b="0" i="0" dirty="0">
                <a:solidFill>
                  <a:schemeClr val="bg1"/>
                </a:solidFill>
                <a:effectLst/>
              </a:rPr>
              <a:t>[gt_test2,dir_f]=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uigetfile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pwd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,</a:t>
            </a:r>
            <a:r>
              <a:rPr lang="it-IT" sz="13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'Select an image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','</a:t>
            </a:r>
            <a:r>
              <a:rPr lang="it-IT" sz="13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*.*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');</a:t>
            </a:r>
          </a:p>
          <a:p>
            <a:pPr marL="0" indent="0">
              <a:buNone/>
            </a:pPr>
            <a:r>
              <a:rPr lang="it-IT" sz="1300" b="0" i="0" dirty="0">
                <a:solidFill>
                  <a:schemeClr val="bg1"/>
                </a:solidFill>
                <a:effectLst/>
              </a:rPr>
              <a:t>GT=im2double(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imread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fullfile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(dir_f,gt_test2)));</a:t>
            </a:r>
          </a:p>
          <a:p>
            <a:pPr marL="0" indent="0">
              <a:buNone/>
            </a:pPr>
            <a:r>
              <a:rPr lang="it-IT" sz="1300" b="0" i="0" dirty="0">
                <a:solidFill>
                  <a:schemeClr val="bg1"/>
                </a:solidFill>
                <a:effectLst/>
              </a:rPr>
              <a:t>figure();</a:t>
            </a:r>
          </a:p>
          <a:p>
            <a:pPr marL="0" indent="0">
              <a:buNone/>
            </a:pPr>
            <a:r>
              <a:rPr lang="it-IT" sz="1300" b="0" i="0" dirty="0" err="1">
                <a:solidFill>
                  <a:schemeClr val="bg1"/>
                </a:solidFill>
                <a:effectLst/>
              </a:rPr>
              <a:t>imhist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(A);</a:t>
            </a:r>
          </a:p>
          <a:p>
            <a:pPr marL="0" indent="0">
              <a:buNone/>
            </a:pPr>
            <a:r>
              <a:rPr lang="it-IT" sz="13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%% aumento contrasto</a:t>
            </a:r>
          </a:p>
          <a:p>
            <a:pPr marL="0" indent="0">
              <a:buNone/>
            </a:pPr>
            <a:r>
              <a:rPr lang="it-IT" sz="1300" b="0" i="0" dirty="0" err="1">
                <a:solidFill>
                  <a:schemeClr val="bg1"/>
                </a:solidFill>
                <a:effectLst/>
              </a:rPr>
              <a:t>A_cont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=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imadjust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(A,[0.7 0.85],[0 1], 8);</a:t>
            </a:r>
          </a:p>
          <a:p>
            <a:pPr marL="0" indent="0">
              <a:buNone/>
            </a:pPr>
            <a:r>
              <a:rPr lang="it-IT" sz="1300" b="0" i="0" dirty="0">
                <a:solidFill>
                  <a:schemeClr val="bg1"/>
                </a:solidFill>
                <a:effectLst/>
              </a:rPr>
              <a:t>figure();</a:t>
            </a:r>
          </a:p>
          <a:p>
            <a:pPr marL="0" indent="0">
              <a:buNone/>
            </a:pPr>
            <a:r>
              <a:rPr lang="it-IT" sz="1300" b="0" i="0" dirty="0" err="1">
                <a:solidFill>
                  <a:schemeClr val="bg1"/>
                </a:solidFill>
                <a:effectLst/>
              </a:rPr>
              <a:t>imshow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A_cont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);</a:t>
            </a:r>
          </a:p>
          <a:p>
            <a:pPr marL="0" indent="0">
              <a:buNone/>
            </a:pPr>
            <a:endParaRPr lang="en-US" sz="1400" b="0" i="0" dirty="0">
              <a:solidFill>
                <a:schemeClr val="bg1"/>
              </a:solidFill>
              <a:effectLst/>
              <a:latin typeface="Menlo"/>
            </a:endParaRP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D1C88E8-6DE0-CABB-2167-787CA2A01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15380" y="1342955"/>
            <a:ext cx="4423407" cy="41720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3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%% </a:t>
            </a:r>
            <a:r>
              <a:rPr lang="it-IT" sz="13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region</a:t>
            </a:r>
            <a:r>
              <a:rPr lang="it-IT" sz="13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</a:t>
            </a:r>
            <a:r>
              <a:rPr lang="it-IT" sz="13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growing</a:t>
            </a:r>
            <a:endParaRPr lang="it-IT" sz="13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0" indent="0">
              <a:buNone/>
            </a:pPr>
            <a:r>
              <a:rPr lang="it-IT" sz="1300" b="0" i="0" dirty="0">
                <a:solidFill>
                  <a:schemeClr val="bg1"/>
                </a:solidFill>
                <a:effectLst/>
              </a:rPr>
              <a:t>[xi]=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drawpoint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();</a:t>
            </a:r>
          </a:p>
          <a:p>
            <a:pPr marL="0" indent="0">
              <a:buNone/>
            </a:pPr>
            <a:r>
              <a:rPr lang="it-IT" sz="1300" b="0" i="0" dirty="0">
                <a:solidFill>
                  <a:schemeClr val="bg1"/>
                </a:solidFill>
                <a:effectLst/>
              </a:rPr>
              <a:t>[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seg_rg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]=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my_regiongrowing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A_cont,round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xi.Position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(2)), round(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xi.Position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(1)),0.34);</a:t>
            </a:r>
          </a:p>
          <a:p>
            <a:pPr marL="0" indent="0">
              <a:buNone/>
            </a:pPr>
            <a:r>
              <a:rPr lang="it-IT" sz="1300" b="0" i="0" dirty="0" err="1">
                <a:solidFill>
                  <a:schemeClr val="bg1"/>
                </a:solidFill>
                <a:effectLst/>
              </a:rPr>
              <a:t>hold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 off;</a:t>
            </a:r>
          </a:p>
          <a:p>
            <a:pPr marL="0" indent="0">
              <a:buNone/>
            </a:pPr>
            <a:r>
              <a:rPr lang="it-IT" sz="1300" b="0" i="0" dirty="0" err="1">
                <a:solidFill>
                  <a:schemeClr val="bg1"/>
                </a:solidFill>
                <a:effectLst/>
              </a:rPr>
              <a:t>seg_rg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=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imfill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(seg_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rg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,'</a:t>
            </a:r>
            <a:r>
              <a:rPr lang="it-IT" sz="1300" b="0" i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holes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'); </a:t>
            </a:r>
          </a:p>
          <a:p>
            <a:pPr marL="0" indent="0">
              <a:buNone/>
            </a:pPr>
            <a:r>
              <a:rPr lang="it-IT" sz="1300" b="0" i="0" dirty="0">
                <a:solidFill>
                  <a:schemeClr val="bg1"/>
                </a:solidFill>
                <a:effectLst/>
              </a:rPr>
              <a:t>figure(); </a:t>
            </a:r>
          </a:p>
          <a:p>
            <a:pPr marL="0" indent="0">
              <a:buNone/>
            </a:pPr>
            <a:r>
              <a:rPr lang="it-IT" sz="1300" b="0" i="0" dirty="0" err="1">
                <a:solidFill>
                  <a:schemeClr val="bg1"/>
                </a:solidFill>
                <a:effectLst/>
              </a:rPr>
              <a:t>imshowpair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seg_rg,GT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); 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title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</a:t>
            </a:r>
            <a:r>
              <a:rPr lang="it-IT" sz="13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'RG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’);</a:t>
            </a:r>
          </a:p>
          <a:p>
            <a:pPr marL="0" indent="0">
              <a:buNone/>
            </a:pPr>
            <a:endParaRPr lang="it-IT" sz="13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0" indent="0">
              <a:buNone/>
            </a:pPr>
            <a:r>
              <a:rPr lang="it-IT" sz="13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%% Valutazione parametri</a:t>
            </a:r>
          </a:p>
          <a:p>
            <a:pPr marL="0" indent="0">
              <a:buNone/>
            </a:pPr>
            <a:r>
              <a:rPr lang="it-IT" sz="1300" b="0" i="0" dirty="0">
                <a:solidFill>
                  <a:schemeClr val="bg1"/>
                </a:solidFill>
                <a:effectLst/>
              </a:rPr>
              <a:t>[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TP,FP,FN,CR_rg,CM_rg,FM_rg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]= 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evaluation_segmentation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(</a:t>
            </a:r>
            <a:r>
              <a:rPr lang="it-IT" sz="1300" b="0" i="0" dirty="0" err="1">
                <a:solidFill>
                  <a:schemeClr val="bg1"/>
                </a:solidFill>
                <a:effectLst/>
              </a:rPr>
              <a:t>seg_rg,GT</a:t>
            </a:r>
            <a:r>
              <a:rPr lang="it-IT" sz="1300" b="0" i="0" dirty="0">
                <a:solidFill>
                  <a:schemeClr val="bg1"/>
                </a:solidFill>
                <a:effectLst/>
              </a:rPr>
              <a:t>);</a:t>
            </a:r>
          </a:p>
          <a:p>
            <a:pPr marL="0" indent="0">
              <a:buNone/>
            </a:pPr>
            <a:br>
              <a:rPr lang="it-IT" sz="1300" b="0" i="0" dirty="0">
                <a:effectLst/>
              </a:rPr>
            </a:br>
            <a:endParaRPr lang="it-IT" sz="13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01935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olo 6">
            <a:extLst>
              <a:ext uri="{FF2B5EF4-FFF2-40B4-BE49-F238E27FC236}">
                <a16:creationId xmlns:a16="http://schemas.microsoft.com/office/drawing/2014/main" id="{27A7D9EB-9C81-64F5-A5A2-F2BB536DC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79" y="353159"/>
            <a:ext cx="7091300" cy="89858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  Region Growing</a:t>
            </a:r>
            <a:br>
              <a:rPr lang="en-US" sz="3200">
                <a:solidFill>
                  <a:srgbClr val="FFFFFF"/>
                </a:solidFill>
              </a:rPr>
            </a:br>
            <a:r>
              <a:rPr lang="en-US" sz="3200">
                <a:solidFill>
                  <a:srgbClr val="FFFFFF"/>
                </a:solidFill>
              </a:rPr>
              <a:t>-</a:t>
            </a:r>
            <a:r>
              <a:rPr lang="en-US" sz="3200" err="1">
                <a:solidFill>
                  <a:srgbClr val="FFFFFF"/>
                </a:solidFill>
              </a:rPr>
              <a:t>Risultati</a:t>
            </a:r>
            <a:r>
              <a:rPr lang="en-US" sz="3200">
                <a:solidFill>
                  <a:srgbClr val="FFFFFF"/>
                </a:solidFill>
              </a:rPr>
              <a:t> Dataset di test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F8AECC7-B296-7B4C-0FA4-6D26E3904891}"/>
              </a:ext>
            </a:extLst>
          </p:cNvPr>
          <p:cNvSpPr txBox="1"/>
          <p:nvPr/>
        </p:nvSpPr>
        <p:spPr>
          <a:xfrm>
            <a:off x="8514508" y="191686"/>
            <a:ext cx="3291839" cy="11930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chemeClr val="accent4">
                    <a:lumMod val="40000"/>
                    <a:lumOff val="60000"/>
                  </a:schemeClr>
                </a:solidFill>
              </a:rPr>
              <a:t>Threshold= 0.34 </a:t>
            </a:r>
            <a:r>
              <a:rPr lang="en-US" sz="2400">
                <a:solidFill>
                  <a:srgbClr val="FFFFFF"/>
                </a:solidFill>
              </a:rPr>
              <a:t>(</a:t>
            </a:r>
            <a:r>
              <a:rPr lang="en-US" sz="2400" err="1">
                <a:solidFill>
                  <a:srgbClr val="FFFFFF"/>
                </a:solidFill>
              </a:rPr>
              <a:t>ricavata</a:t>
            </a:r>
            <a:r>
              <a:rPr lang="en-US" sz="2400">
                <a:solidFill>
                  <a:srgbClr val="FFFFFF"/>
                </a:solidFill>
              </a:rPr>
              <a:t> come media </a:t>
            </a:r>
            <a:r>
              <a:rPr lang="en-US" sz="2400" err="1">
                <a:solidFill>
                  <a:srgbClr val="FFFFFF"/>
                </a:solidFill>
              </a:rPr>
              <a:t>delle</a:t>
            </a:r>
            <a:r>
              <a:rPr lang="en-US" sz="2400">
                <a:solidFill>
                  <a:srgbClr val="FFFFFF"/>
                </a:solidFill>
              </a:rPr>
              <a:t> </a:t>
            </a:r>
            <a:r>
              <a:rPr lang="en-US" sz="2400" err="1">
                <a:solidFill>
                  <a:srgbClr val="FFFFFF"/>
                </a:solidFill>
              </a:rPr>
              <a:t>soglie</a:t>
            </a:r>
            <a:r>
              <a:rPr lang="en-US" sz="2400">
                <a:solidFill>
                  <a:srgbClr val="FFFFFF"/>
                </a:solidFill>
              </a:rPr>
              <a:t> di training)</a:t>
            </a:r>
          </a:p>
        </p:txBody>
      </p:sp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F9280D10-A14C-DAAE-4070-C9BC10F61E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r="6660"/>
          <a:stretch/>
        </p:blipFill>
        <p:spPr>
          <a:xfrm>
            <a:off x="285535" y="2447109"/>
            <a:ext cx="5561301" cy="3217379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9889F522-8E21-6213-3951-84CCF26A7B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138"/>
          <a:stretch/>
        </p:blipFill>
        <p:spPr bwMode="auto">
          <a:xfrm>
            <a:off x="6176628" y="2459782"/>
            <a:ext cx="5629719" cy="3204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9026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7" name="Rectangle 4106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33B9C452-2C6E-4D52-8FC7-669291EE9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34E1CC44-1B7F-472B-B668-B4F2F4723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3" name="Rectangle 4112">
            <a:extLst>
              <a:ext uri="{FF2B5EF4-FFF2-40B4-BE49-F238E27FC236}">
                <a16:creationId xmlns:a16="http://schemas.microsoft.com/office/drawing/2014/main" id="{B5BAD077-4A41-458D-9909-1A108699E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5" name="Rectangle 4114">
            <a:extLst>
              <a:ext uri="{FF2B5EF4-FFF2-40B4-BE49-F238E27FC236}">
                <a16:creationId xmlns:a16="http://schemas.microsoft.com/office/drawing/2014/main" id="{F1FC21CE-01FD-49CC-BAFC-06F38B34B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olo 6">
            <a:extLst>
              <a:ext uri="{FF2B5EF4-FFF2-40B4-BE49-F238E27FC236}">
                <a16:creationId xmlns:a16="http://schemas.microsoft.com/office/drawing/2014/main" id="{1509124B-9BFD-E9CA-0890-CBDAF41B0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6999883" cy="9679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Caso migliore (test)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3B1D81D-D748-101E-AFF7-EA70642DC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01756" y="2768747"/>
            <a:ext cx="2794244" cy="279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Segnaposto contenuto 8" descr="Immagine che contiene Imaging medicale, bianco e nero, lastra dei raggi X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CF7F6017-220A-C51F-5DC8-6F3667CFB0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4670" y="2768747"/>
            <a:ext cx="2794244" cy="2794244"/>
          </a:xfrm>
          <a:prstGeom prst="rect">
            <a:avLst/>
          </a:prstGeom>
        </p:spPr>
      </p:pic>
      <p:pic>
        <p:nvPicPr>
          <p:cNvPr id="4102" name="Picture 6" descr="Immagine che contiene testo, schermata, Software multimediale, Software per la grafica&#10;&#10;Il contenuto generato dall'IA potrebbe non essere corretto.">
            <a:extLst>
              <a:ext uri="{FF2B5EF4-FFF2-40B4-BE49-F238E27FC236}">
                <a16:creationId xmlns:a16="http://schemas.microsoft.com/office/drawing/2014/main" id="{0DE41517-3884-3A19-D381-D70FAA2321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27" r="8654" b="33276"/>
          <a:stretch/>
        </p:blipFill>
        <p:spPr bwMode="auto">
          <a:xfrm>
            <a:off x="9422748" y="2786773"/>
            <a:ext cx="2568937" cy="2746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magine che contiene testo, schermata, Software multimediale, Software per la grafica&#10;&#10;Il contenuto generato dall'IA potrebbe non essere corretto.">
            <a:extLst>
              <a:ext uri="{FF2B5EF4-FFF2-40B4-BE49-F238E27FC236}">
                <a16:creationId xmlns:a16="http://schemas.microsoft.com/office/drawing/2014/main" id="{3BFE33BD-0F18-424D-4685-4AAF200A77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4" r="61591" b="4717"/>
          <a:stretch/>
        </p:blipFill>
        <p:spPr bwMode="auto">
          <a:xfrm>
            <a:off x="6387332" y="2786773"/>
            <a:ext cx="2721985" cy="2817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8622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B9C452-2C6E-4D52-8FC7-669291EE9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E1CC44-1B7F-472B-B668-B4F2F4723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BAD077-4A41-458D-9909-1A108699E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FC21CE-01FD-49CC-BAFC-06F38B34B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FADE634-2389-32A7-73AA-D5BC707B9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21728"/>
            <a:ext cx="6999883" cy="9679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Caso peggiore (test)</a:t>
            </a:r>
          </a:p>
        </p:txBody>
      </p:sp>
      <p:pic>
        <p:nvPicPr>
          <p:cNvPr id="4" name="Segnaposto contenuto 3" descr="Immagine che contiene Imaging medicale, bianco e nero, lastra dei raggi X, radiologia&#10;&#10;Il contenuto generato dall'IA potrebbe non essere corretto.">
            <a:extLst>
              <a:ext uri="{FF2B5EF4-FFF2-40B4-BE49-F238E27FC236}">
                <a16:creationId xmlns:a16="http://schemas.microsoft.com/office/drawing/2014/main" id="{61EE846A-4BC3-F10D-B5B6-C7E824F8C8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927" y="2813467"/>
            <a:ext cx="2779239" cy="2779239"/>
          </a:xfrm>
          <a:prstGeom prst="rect">
            <a:avLst/>
          </a:prstGeom>
        </p:spPr>
      </p:pic>
      <p:pic>
        <p:nvPicPr>
          <p:cNvPr id="5" name="Immagine 4" descr="Immagine che contiene bianco e nero, schermata, oscurità, nero&#10;&#10;Il contenuto generato dall'IA potrebbe non essere corretto.">
            <a:extLst>
              <a:ext uri="{FF2B5EF4-FFF2-40B4-BE49-F238E27FC236}">
                <a16:creationId xmlns:a16="http://schemas.microsoft.com/office/drawing/2014/main" id="{EA8342D2-4972-4E6C-3F98-65A3D4BAD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757" y="2796278"/>
            <a:ext cx="2779239" cy="2779239"/>
          </a:xfrm>
          <a:prstGeom prst="rect">
            <a:avLst/>
          </a:prstGeom>
        </p:spPr>
      </p:pic>
      <p:pic>
        <p:nvPicPr>
          <p:cNvPr id="7" name="Immagine 6" descr="Immagine che contiene testo,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72989826-090F-3434-C432-5555FB79F1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116" t="-7" r="4008" b="33903"/>
          <a:stretch/>
        </p:blipFill>
        <p:spPr>
          <a:xfrm>
            <a:off x="9504594" y="2813467"/>
            <a:ext cx="2621063" cy="2762050"/>
          </a:xfrm>
          <a:prstGeom prst="rect">
            <a:avLst/>
          </a:prstGeom>
        </p:spPr>
      </p:pic>
      <p:pic>
        <p:nvPicPr>
          <p:cNvPr id="6" name="Immagine 5" descr="Immagine che contiene testo,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5D1F46FD-40EA-7AE7-96BA-0629D681BB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14" r="60057" b="5325"/>
          <a:stretch/>
        </p:blipFill>
        <p:spPr>
          <a:xfrm>
            <a:off x="6359235" y="2638697"/>
            <a:ext cx="2785754" cy="29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267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A6A7860-074B-14A7-BE8D-CC67B7614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Rete CNN: deeplabv3plus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72B84D5-A990-AC7C-2DE3-C3294B8B3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900" b="1" dirty="0"/>
              <a:t>PRO:</a:t>
            </a:r>
            <a:endParaRPr lang="en-US" sz="1900" dirty="0"/>
          </a:p>
          <a:p>
            <a:pPr>
              <a:spcAft>
                <a:spcPts val="600"/>
              </a:spcAft>
            </a:pPr>
            <a:r>
              <a:rPr lang="en-US" sz="1900" dirty="0"/>
              <a:t>Pattern </a:t>
            </a:r>
            <a:r>
              <a:rPr lang="en-US" sz="1900" dirty="0" err="1"/>
              <a:t>complessi</a:t>
            </a:r>
            <a:r>
              <a:rPr lang="en-US" sz="1900" dirty="0"/>
              <a:t> </a:t>
            </a:r>
            <a:r>
              <a:rPr lang="en-US" sz="1900" dirty="0" err="1"/>
              <a:t>riconosciuti</a:t>
            </a:r>
            <a:r>
              <a:rPr lang="en-US" sz="1900" dirty="0"/>
              <a:t> </a:t>
            </a:r>
            <a:r>
              <a:rPr lang="en-US" sz="1900" dirty="0" err="1"/>
              <a:t>automaticamente</a:t>
            </a:r>
            <a:endParaRPr lang="en-US" sz="1900" dirty="0"/>
          </a:p>
          <a:p>
            <a:pPr>
              <a:spcAft>
                <a:spcPts val="600"/>
              </a:spcAft>
            </a:pPr>
            <a:r>
              <a:rPr lang="en-US" sz="1900" dirty="0" err="1"/>
              <a:t>Apprendimento</a:t>
            </a:r>
            <a:r>
              <a:rPr lang="en-US" sz="1900" dirty="0"/>
              <a:t> </a:t>
            </a:r>
            <a:r>
              <a:rPr lang="en-US" sz="1900" dirty="0" err="1"/>
              <a:t>diretto</a:t>
            </a:r>
            <a:r>
              <a:rPr lang="en-US" sz="1900" dirty="0"/>
              <a:t> </a:t>
            </a:r>
            <a:r>
              <a:rPr lang="en-US" sz="1900" dirty="0" err="1"/>
              <a:t>dalle</a:t>
            </a:r>
            <a:r>
              <a:rPr lang="en-US" sz="1900" dirty="0"/>
              <a:t> </a:t>
            </a:r>
            <a:r>
              <a:rPr lang="en-US" sz="1900" dirty="0" err="1"/>
              <a:t>immagini</a:t>
            </a:r>
            <a:endParaRPr lang="en-US" sz="1900" dirty="0"/>
          </a:p>
          <a:p>
            <a:pPr>
              <a:spcAft>
                <a:spcPts val="600"/>
              </a:spcAft>
            </a:pPr>
            <a:r>
              <a:rPr lang="en-US" sz="1900" dirty="0" err="1"/>
              <a:t>Efficienza</a:t>
            </a:r>
            <a:r>
              <a:rPr lang="en-US" sz="1900" dirty="0"/>
              <a:t> </a:t>
            </a:r>
            <a:r>
              <a:rPr lang="en-US" sz="1900" dirty="0" err="1"/>
              <a:t>grazie</a:t>
            </a:r>
            <a:r>
              <a:rPr lang="en-US" sz="1900" dirty="0"/>
              <a:t> </a:t>
            </a:r>
            <a:r>
              <a:rPr lang="en-US" sz="1900" dirty="0" err="1"/>
              <a:t>alla</a:t>
            </a:r>
            <a:r>
              <a:rPr lang="en-US" sz="1900" dirty="0"/>
              <a:t> </a:t>
            </a:r>
            <a:r>
              <a:rPr lang="en-US" sz="1900" dirty="0" err="1"/>
              <a:t>condivisione</a:t>
            </a:r>
            <a:r>
              <a:rPr lang="en-US" sz="1900" dirty="0"/>
              <a:t> </a:t>
            </a:r>
            <a:r>
              <a:rPr lang="en-US" sz="1900" dirty="0" err="1"/>
              <a:t>dei</a:t>
            </a:r>
            <a:r>
              <a:rPr lang="en-US" sz="1900" dirty="0"/>
              <a:t> </a:t>
            </a:r>
            <a:r>
              <a:rPr lang="en-US" sz="1900" dirty="0" err="1"/>
              <a:t>pesi</a:t>
            </a:r>
            <a:endParaRPr lang="en-US" sz="1900" dirty="0"/>
          </a:p>
          <a:p>
            <a:pPr marL="0">
              <a:spcAft>
                <a:spcPts val="600"/>
              </a:spcAft>
            </a:pPr>
            <a:r>
              <a:rPr lang="en-US" sz="1900" dirty="0"/>
              <a:t>Pre-</a:t>
            </a:r>
            <a:r>
              <a:rPr lang="en-US" sz="1900" dirty="0" err="1"/>
              <a:t>processamento</a:t>
            </a:r>
            <a:r>
              <a:rPr lang="en-US" sz="1900" dirty="0"/>
              <a:t> non </a:t>
            </a:r>
            <a:r>
              <a:rPr lang="en-US" sz="1900" dirty="0" err="1"/>
              <a:t>richiesto</a:t>
            </a:r>
            <a:endParaRPr lang="en-US" sz="1900" dirty="0"/>
          </a:p>
          <a:p>
            <a:pPr>
              <a:spcAft>
                <a:spcPts val="600"/>
              </a:spcAft>
            </a:pPr>
            <a:endParaRPr lang="en-US" sz="1900" dirty="0"/>
          </a:p>
          <a:p>
            <a:pPr>
              <a:spcAft>
                <a:spcPts val="600"/>
              </a:spcAft>
            </a:pPr>
            <a:endParaRPr lang="en-US" sz="1900" dirty="0"/>
          </a:p>
          <a:p>
            <a:pPr marL="0">
              <a:spcAft>
                <a:spcPts val="600"/>
              </a:spcAft>
            </a:pPr>
            <a:r>
              <a:rPr lang="en-US" sz="1900" b="1" dirty="0"/>
              <a:t>CONTRO:</a:t>
            </a:r>
          </a:p>
          <a:p>
            <a:pPr>
              <a:spcAft>
                <a:spcPts val="600"/>
              </a:spcAft>
            </a:pPr>
            <a:r>
              <a:rPr lang="en-US" sz="1900" dirty="0"/>
              <a:t>Grande set di </a:t>
            </a:r>
            <a:r>
              <a:rPr lang="en-US" sz="1900" dirty="0" err="1"/>
              <a:t>dati</a:t>
            </a:r>
            <a:r>
              <a:rPr lang="en-US" sz="1900" dirty="0"/>
              <a:t> di </a:t>
            </a:r>
            <a:r>
              <a:rPr lang="en-US" sz="1900" dirty="0" err="1"/>
              <a:t>addestramento</a:t>
            </a:r>
            <a:r>
              <a:rPr lang="en-US" sz="1900" dirty="0"/>
              <a:t> </a:t>
            </a:r>
            <a:r>
              <a:rPr lang="en-US" sz="1900" dirty="0" err="1"/>
              <a:t>richiesto</a:t>
            </a:r>
            <a:endParaRPr lang="en-US" sz="1900" dirty="0"/>
          </a:p>
          <a:p>
            <a:pPr>
              <a:spcAft>
                <a:spcPts val="600"/>
              </a:spcAft>
            </a:pPr>
            <a:r>
              <a:rPr lang="en-US" sz="1900" dirty="0" err="1"/>
              <a:t>Complessità</a:t>
            </a:r>
            <a:r>
              <a:rPr lang="en-US" sz="1900" dirty="0"/>
              <a:t> </a:t>
            </a:r>
            <a:r>
              <a:rPr lang="en-US" sz="1900" dirty="0" err="1"/>
              <a:t>nella</a:t>
            </a:r>
            <a:r>
              <a:rPr lang="en-US" sz="1900" dirty="0"/>
              <a:t> </a:t>
            </a:r>
            <a:r>
              <a:rPr lang="en-US" sz="1900" dirty="0" err="1"/>
              <a:t>progettazione</a:t>
            </a:r>
            <a:r>
              <a:rPr lang="en-US" sz="1900" dirty="0"/>
              <a:t> </a:t>
            </a:r>
          </a:p>
          <a:p>
            <a:pPr>
              <a:spcAft>
                <a:spcPts val="600"/>
              </a:spcAft>
            </a:pPr>
            <a:r>
              <a:rPr lang="en-US" sz="1900" dirty="0" err="1"/>
              <a:t>Rischio</a:t>
            </a:r>
            <a:r>
              <a:rPr lang="en-US" sz="1900" dirty="0"/>
              <a:t> di overfitting</a:t>
            </a:r>
          </a:p>
          <a:p>
            <a:pPr>
              <a:spcAft>
                <a:spcPts val="600"/>
              </a:spcAft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585295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A81DA16-421A-B31B-7A68-B42566589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Analisi effettuata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FFE3BB28-D629-24C8-D4A1-AF746165D8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2733197"/>
              </p:ext>
            </p:extLst>
          </p:nvPr>
        </p:nvGraphicFramePr>
        <p:xfrm>
          <a:off x="321175" y="1712206"/>
          <a:ext cx="11547761" cy="4451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34" name="Diagramma 133">
            <a:extLst>
              <a:ext uri="{FF2B5EF4-FFF2-40B4-BE49-F238E27FC236}">
                <a16:creationId xmlns:a16="http://schemas.microsoft.com/office/drawing/2014/main" id="{3C74FC36-644D-D333-8C04-530D3D3427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8246254"/>
              </p:ext>
            </p:extLst>
          </p:nvPr>
        </p:nvGraphicFramePr>
        <p:xfrm>
          <a:off x="632847" y="3434166"/>
          <a:ext cx="3797085" cy="36446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313" name="Diagramma 312">
            <a:extLst>
              <a:ext uri="{FF2B5EF4-FFF2-40B4-BE49-F238E27FC236}">
                <a16:creationId xmlns:a16="http://schemas.microsoft.com/office/drawing/2014/main" id="{F81EE89C-845C-3234-A855-FB8AA8390B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9387278"/>
              </p:ext>
            </p:extLst>
          </p:nvPr>
        </p:nvGraphicFramePr>
        <p:xfrm>
          <a:off x="4429931" y="3434165"/>
          <a:ext cx="3797085" cy="36446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332" name="Diagramma 331">
            <a:extLst>
              <a:ext uri="{FF2B5EF4-FFF2-40B4-BE49-F238E27FC236}">
                <a16:creationId xmlns:a16="http://schemas.microsoft.com/office/drawing/2014/main" id="{6E510D85-9D52-0ACA-0969-BC8D33AD62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3004739"/>
              </p:ext>
            </p:extLst>
          </p:nvPr>
        </p:nvGraphicFramePr>
        <p:xfrm>
          <a:off x="8265762" y="3434165"/>
          <a:ext cx="3797085" cy="36446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</p:spTree>
    <p:extLst>
      <p:ext uri="{BB962C8B-B14F-4D97-AF65-F5344CB8AC3E}">
        <p14:creationId xmlns:p14="http://schemas.microsoft.com/office/powerpoint/2010/main" val="230642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52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9D88500-A691-D7D1-AFF2-F5C76135E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274" y="1467287"/>
            <a:ext cx="3535680" cy="21271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Percorsi</a:t>
            </a:r>
            <a:r>
              <a:rPr lang="en-US" sz="3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in training e test/ </a:t>
            </a:r>
            <a:r>
              <a:rPr lang="en-US" sz="36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Caricamento</a:t>
            </a:r>
            <a:r>
              <a:rPr lang="en-US" sz="3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dataset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B6AFA2-C07A-BFC8-EB09-0CCD54DC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332" y="2104103"/>
            <a:ext cx="4030271" cy="520876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US" sz="1700" b="0" i="0" dirty="0" err="1">
                <a:effectLst/>
              </a:rPr>
              <a:t>maskFolder</a:t>
            </a:r>
            <a:r>
              <a:rPr lang="en-US" sz="1700" b="0" i="0" dirty="0">
                <a:effectLst/>
              </a:rPr>
              <a:t> = </a:t>
            </a:r>
            <a:r>
              <a:rPr lang="en-US" sz="17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'C:\Users\...\gt_train2</a:t>
            </a:r>
            <a:r>
              <a:rPr lang="en-US" sz="1700" b="0" i="0" dirty="0">
                <a:effectLst/>
              </a:rPr>
              <a:t>';</a:t>
            </a:r>
          </a:p>
          <a:p>
            <a:pPr marL="0" indent="0">
              <a:buNone/>
            </a:pPr>
            <a:r>
              <a:rPr lang="en-US" sz="1700" b="0" i="0" dirty="0" err="1">
                <a:effectLst/>
              </a:rPr>
              <a:t>imageFolder</a:t>
            </a:r>
            <a:r>
              <a:rPr lang="en-US" sz="1700" b="0" i="0" dirty="0">
                <a:effectLst/>
              </a:rPr>
              <a:t> = </a:t>
            </a:r>
            <a:r>
              <a:rPr lang="en-US" sz="17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'C:\Users\...\im_train2</a:t>
            </a:r>
            <a:r>
              <a:rPr lang="en-US" sz="1700" b="0" i="0" dirty="0">
                <a:effectLst/>
              </a:rPr>
              <a:t>';</a:t>
            </a:r>
          </a:p>
          <a:p>
            <a:pPr marL="0" indent="0">
              <a:buNone/>
            </a:pPr>
            <a:r>
              <a:rPr lang="en-US" sz="1700" b="0" i="0" dirty="0" err="1">
                <a:effectLst/>
              </a:rPr>
              <a:t>outputFolder</a:t>
            </a:r>
            <a:r>
              <a:rPr lang="en-US" sz="1700" b="0" i="0" dirty="0">
                <a:effectLst/>
              </a:rPr>
              <a:t> = </a:t>
            </a:r>
            <a:r>
              <a:rPr lang="en-US" sz="17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'C:\Users\...\</a:t>
            </a:r>
            <a:r>
              <a:rPr lang="en-US" sz="1700" b="0" i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gt_normalizzato_RETE</a:t>
            </a:r>
            <a:r>
              <a:rPr lang="en-US" sz="1700" b="0" i="0" dirty="0">
                <a:effectLst/>
              </a:rPr>
              <a:t>';</a:t>
            </a:r>
          </a:p>
          <a:p>
            <a:pPr marL="0" indent="0">
              <a:buNone/>
            </a:pPr>
            <a:r>
              <a:rPr lang="en-US" sz="17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% </a:t>
            </a:r>
            <a:r>
              <a:rPr lang="en-US" sz="17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Ottieni</a:t>
            </a:r>
            <a:r>
              <a:rPr lang="en-US" sz="17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la </a:t>
            </a:r>
            <a:r>
              <a:rPr lang="en-US" sz="17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lista</a:t>
            </a:r>
            <a:r>
              <a:rPr lang="en-US" sz="17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</a:t>
            </a:r>
            <a:r>
              <a:rPr lang="en-US" sz="17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dei</a:t>
            </a:r>
            <a:r>
              <a:rPr lang="en-US" sz="17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file </a:t>
            </a:r>
            <a:r>
              <a:rPr lang="en-US" sz="17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delle</a:t>
            </a:r>
            <a:r>
              <a:rPr lang="en-US" sz="17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</a:t>
            </a:r>
            <a:r>
              <a:rPr lang="en-US" sz="17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maschere</a:t>
            </a:r>
            <a:endParaRPr lang="en-US" sz="17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0" indent="0">
              <a:buNone/>
            </a:pPr>
            <a:r>
              <a:rPr lang="en-US" sz="1700" b="0" i="0" dirty="0" err="1">
                <a:effectLst/>
              </a:rPr>
              <a:t>fileList</a:t>
            </a:r>
            <a:r>
              <a:rPr lang="en-US" sz="1700" b="0" i="0" dirty="0">
                <a:effectLst/>
              </a:rPr>
              <a:t> = </a:t>
            </a:r>
            <a:r>
              <a:rPr lang="en-US" sz="1700" b="0" i="0" dirty="0" err="1">
                <a:effectLst/>
              </a:rPr>
              <a:t>dir</a:t>
            </a:r>
            <a:r>
              <a:rPr lang="en-US" sz="1700" b="0" i="0" dirty="0">
                <a:effectLst/>
              </a:rPr>
              <a:t>(</a:t>
            </a:r>
            <a:r>
              <a:rPr lang="en-US" sz="1700" b="0" i="0" dirty="0" err="1">
                <a:effectLst/>
              </a:rPr>
              <a:t>maskFolder</a:t>
            </a:r>
            <a:r>
              <a:rPr lang="en-US" sz="1700" b="0" i="0" dirty="0">
                <a:effectLst/>
              </a:rPr>
              <a:t>); </a:t>
            </a:r>
          </a:p>
          <a:p>
            <a:pPr marL="0" indent="0">
              <a:buNone/>
            </a:pPr>
            <a:r>
              <a:rPr lang="en-US" sz="1700" b="0" i="0" dirty="0" err="1">
                <a:effectLst/>
              </a:rPr>
              <a:t>fileList</a:t>
            </a:r>
            <a:r>
              <a:rPr lang="en-US" sz="1700" b="0" i="0" dirty="0">
                <a:effectLst/>
              </a:rPr>
              <a:t> = </a:t>
            </a:r>
            <a:r>
              <a:rPr lang="en-US" sz="1700" b="0" i="0" dirty="0" err="1">
                <a:effectLst/>
              </a:rPr>
              <a:t>fileList</a:t>
            </a:r>
            <a:r>
              <a:rPr lang="en-US" sz="1700" b="0" i="0" dirty="0">
                <a:effectLst/>
              </a:rPr>
              <a:t>(~</a:t>
            </a:r>
            <a:r>
              <a:rPr lang="en-US" sz="1700" b="0" i="0" dirty="0" err="1">
                <a:effectLst/>
              </a:rPr>
              <a:t>ismember</a:t>
            </a:r>
            <a:r>
              <a:rPr lang="en-US" sz="1700" b="0" i="0" dirty="0">
                <a:effectLst/>
              </a:rPr>
              <a:t>({fileList.name}, {'.', '..'})); </a:t>
            </a:r>
            <a:r>
              <a:rPr lang="en-US" sz="1700" b="0" i="0" dirty="0">
                <a:solidFill>
                  <a:srgbClr val="92D050"/>
                </a:solidFill>
                <a:effectLst/>
              </a:rPr>
              <a:t>% </a:t>
            </a:r>
            <a:r>
              <a:rPr lang="en-US" sz="1700" b="0" i="0" dirty="0" err="1">
                <a:solidFill>
                  <a:srgbClr val="92D050"/>
                </a:solidFill>
                <a:effectLst/>
              </a:rPr>
              <a:t>Rimuove</a:t>
            </a:r>
            <a:r>
              <a:rPr lang="en-US" sz="1700" b="0" i="0" dirty="0">
                <a:solidFill>
                  <a:srgbClr val="92D050"/>
                </a:solidFill>
                <a:effectLst/>
              </a:rPr>
              <a:t> "." e ".."</a:t>
            </a:r>
          </a:p>
          <a:p>
            <a:pPr marL="0"/>
            <a:endParaRPr lang="en-US" sz="1700" b="0" i="0" dirty="0">
              <a:effectLst/>
            </a:endParaRPr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D3DE38E-9864-AEB7-2F5F-76CA4965DF29}"/>
              </a:ext>
            </a:extLst>
          </p:cNvPr>
          <p:cNvSpPr txBox="1"/>
          <p:nvPr/>
        </p:nvSpPr>
        <p:spPr>
          <a:xfrm>
            <a:off x="8499566" y="1539309"/>
            <a:ext cx="3692434" cy="43638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%%  </a:t>
            </a:r>
            <a:r>
              <a:rPr lang="en-US" sz="1700" b="0" i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Caricamento</a:t>
            </a:r>
            <a:r>
              <a:rPr lang="en-US" sz="17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</a:t>
            </a:r>
            <a:r>
              <a:rPr lang="en-US" sz="1700" b="0" i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dei</a:t>
            </a:r>
            <a:r>
              <a:rPr lang="en-US" sz="17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</a:t>
            </a:r>
            <a:r>
              <a:rPr lang="en-US" sz="1700" b="0" i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dati</a:t>
            </a:r>
            <a:r>
              <a:rPr lang="en-US" sz="17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in datastore</a:t>
            </a:r>
            <a:endParaRPr lang="en-US" sz="1700" b="0" i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0" i="0" err="1">
                <a:effectLst/>
              </a:rPr>
              <a:t>imds</a:t>
            </a:r>
            <a:r>
              <a:rPr lang="en-US" sz="1700" b="0" i="0">
                <a:effectLst/>
              </a:rPr>
              <a:t> = </a:t>
            </a:r>
            <a:r>
              <a:rPr lang="en-US" sz="1700" b="0" i="0" err="1">
                <a:effectLst/>
              </a:rPr>
              <a:t>imageDatastore</a:t>
            </a:r>
            <a:r>
              <a:rPr lang="en-US" sz="1700" b="0" i="0">
                <a:effectLst/>
              </a:rPr>
              <a:t>(</a:t>
            </a:r>
            <a:r>
              <a:rPr lang="en-US" sz="1700" b="0" i="0" err="1">
                <a:effectLst/>
              </a:rPr>
              <a:t>imageFolder</a:t>
            </a:r>
            <a:r>
              <a:rPr lang="en-US" sz="1700" b="0" i="0">
                <a:effectLst/>
              </a:rPr>
              <a:t>, '</a:t>
            </a:r>
            <a:r>
              <a:rPr lang="en-US" sz="17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FileExtensions</a:t>
            </a:r>
            <a:r>
              <a:rPr lang="en-US" sz="1700" b="0" i="0">
                <a:effectLst/>
              </a:rPr>
              <a:t>', {'.</a:t>
            </a:r>
            <a:r>
              <a:rPr lang="en-US" sz="17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png</a:t>
            </a:r>
            <a:r>
              <a:rPr lang="en-US" sz="17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', '.jpg', '.</a:t>
            </a:r>
            <a:r>
              <a:rPr lang="en-US" sz="17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tif</a:t>
            </a:r>
            <a:r>
              <a:rPr lang="en-US" sz="17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', '.tiff'</a:t>
            </a:r>
            <a:r>
              <a:rPr lang="en-US" sz="1700" b="0" i="0">
                <a:effectLst/>
              </a:rPr>
              <a:t>});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b="0" i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0" i="0" err="1">
                <a:effectLst/>
              </a:rPr>
              <a:t>classNames</a:t>
            </a:r>
            <a:r>
              <a:rPr lang="en-US" sz="1700" b="0" i="0">
                <a:effectLst/>
              </a:rPr>
              <a:t> = </a:t>
            </a:r>
            <a:r>
              <a:rPr lang="en-US" sz="17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["N"</a:t>
            </a:r>
            <a:r>
              <a:rPr lang="en-US" sz="1700" b="0" i="0">
                <a:effectLst/>
              </a:rPr>
              <a:t>, </a:t>
            </a:r>
            <a:r>
              <a:rPr lang="en-US" sz="17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"B"</a:t>
            </a:r>
            <a:r>
              <a:rPr lang="en-US" sz="1700" b="0" i="0">
                <a:effectLst/>
              </a:rPr>
              <a:t>];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0" i="0" err="1">
                <a:effectLst/>
              </a:rPr>
              <a:t>pixelValues</a:t>
            </a:r>
            <a:r>
              <a:rPr lang="en-US" sz="1700" b="0" i="0">
                <a:effectLst/>
              </a:rPr>
              <a:t> = [0, 1];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b="0" i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% Crea il datastore </a:t>
            </a:r>
            <a:r>
              <a:rPr lang="en-US" sz="1700" b="0" i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delle</a:t>
            </a:r>
            <a:r>
              <a:rPr lang="en-US" sz="17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</a:t>
            </a:r>
            <a:r>
              <a:rPr lang="en-US" sz="1700" b="0" i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maschere</a:t>
            </a:r>
            <a:endParaRPr lang="en-US" sz="1700" b="0" i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0" i="0" err="1">
                <a:effectLst/>
              </a:rPr>
              <a:t>pxds</a:t>
            </a:r>
            <a:r>
              <a:rPr lang="en-US" sz="1700" b="0" i="0">
                <a:effectLst/>
              </a:rPr>
              <a:t> = </a:t>
            </a:r>
            <a:r>
              <a:rPr lang="en-US" sz="1700" b="0" i="0" err="1">
                <a:effectLst/>
              </a:rPr>
              <a:t>pixelLabelDatastore</a:t>
            </a:r>
            <a:r>
              <a:rPr lang="en-US" sz="1700" b="0" i="0">
                <a:effectLst/>
              </a:rPr>
              <a:t>(</a:t>
            </a:r>
            <a:r>
              <a:rPr lang="en-US" sz="1700" b="0" i="0" err="1">
                <a:effectLst/>
              </a:rPr>
              <a:t>outputFolder</a:t>
            </a:r>
            <a:r>
              <a:rPr lang="en-US" sz="1700" b="0" i="0">
                <a:effectLst/>
              </a:rPr>
              <a:t>, </a:t>
            </a:r>
            <a:r>
              <a:rPr lang="en-US" sz="1700" b="0" i="0" err="1">
                <a:effectLst/>
              </a:rPr>
              <a:t>classNames</a:t>
            </a:r>
            <a:r>
              <a:rPr lang="en-US" sz="1700" b="0" i="0">
                <a:effectLst/>
              </a:rPr>
              <a:t>, </a:t>
            </a:r>
            <a:r>
              <a:rPr lang="en-US" sz="1700" b="0" i="0" err="1">
                <a:effectLst/>
              </a:rPr>
              <a:t>pixelValues</a:t>
            </a:r>
            <a:r>
              <a:rPr lang="en-US" sz="1700" b="0" i="0">
                <a:effectLst/>
              </a:rPr>
              <a:t>, ...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0" i="0">
                <a:effectLst/>
              </a:rPr>
              <a:t>'</a:t>
            </a:r>
            <a:r>
              <a:rPr lang="en-US" sz="1700" b="0" i="0" err="1">
                <a:effectLst/>
              </a:rPr>
              <a:t>FileExtensions</a:t>
            </a:r>
            <a:r>
              <a:rPr lang="en-US" sz="1700" b="0" i="0">
                <a:effectLst/>
              </a:rPr>
              <a:t>', {'.</a:t>
            </a:r>
            <a:r>
              <a:rPr lang="en-US" sz="1700" b="0" i="0" err="1">
                <a:effectLst/>
              </a:rPr>
              <a:t>png</a:t>
            </a:r>
            <a:r>
              <a:rPr lang="en-US" sz="1700" b="0" i="0">
                <a:effectLst/>
              </a:rPr>
              <a:t>', '.jpg', '.</a:t>
            </a:r>
            <a:r>
              <a:rPr lang="en-US" sz="1700" b="0" i="0" err="1">
                <a:effectLst/>
              </a:rPr>
              <a:t>tif</a:t>
            </a:r>
            <a:r>
              <a:rPr lang="en-US" sz="1700" b="0" i="0">
                <a:effectLst/>
              </a:rPr>
              <a:t>', '.tiff'});</a:t>
            </a:r>
          </a:p>
        </p:txBody>
      </p:sp>
    </p:spTree>
    <p:extLst>
      <p:ext uri="{BB962C8B-B14F-4D97-AF65-F5344CB8AC3E}">
        <p14:creationId xmlns:p14="http://schemas.microsoft.com/office/powerpoint/2010/main" val="1442592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8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9C052EA-05E2-403D-965E-52D1BFFA2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A6F24DD-EEA8-A126-CDF3-2FE1A59D4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947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Definizione CNN</a:t>
            </a: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C1936B8-2FFB-4F78-8388-B8C282B8A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567317-0C78-D0EB-7B24-4D42AD61D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454" y="2016672"/>
            <a:ext cx="4866933" cy="44762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b="0" i="0" err="1">
                <a:effectLst/>
              </a:rPr>
              <a:t>numClasses</a:t>
            </a:r>
            <a:r>
              <a:rPr lang="en-US" sz="1800" b="0" i="0">
                <a:effectLst/>
              </a:rPr>
              <a:t>=2;</a:t>
            </a:r>
            <a:endParaRPr lang="it-IT" sz="1800"/>
          </a:p>
          <a:p>
            <a:pPr marL="0" indent="0">
              <a:buNone/>
            </a:pPr>
            <a:r>
              <a:rPr lang="en-US" sz="1800" err="1"/>
              <a:t>imageSize</a:t>
            </a:r>
            <a:r>
              <a:rPr lang="en-US" sz="1800" b="0" i="0">
                <a:effectLst/>
              </a:rPr>
              <a:t>=[256 256 3];</a:t>
            </a:r>
            <a:r>
              <a:rPr lang="en-US" sz="1800"/>
              <a:t> </a:t>
            </a:r>
          </a:p>
          <a:p>
            <a:pPr marL="0" indent="0">
              <a:buNone/>
            </a:pPr>
            <a:r>
              <a:rPr lang="en-US" sz="1800"/>
              <a:t> </a:t>
            </a:r>
            <a:r>
              <a:rPr lang="en-US" sz="1800" err="1"/>
              <a:t>pximds</a:t>
            </a:r>
            <a:r>
              <a:rPr lang="en-US" sz="1800"/>
              <a:t>=</a:t>
            </a:r>
            <a:r>
              <a:rPr lang="en-US" sz="1800" err="1"/>
              <a:t>pixelLabelImageDatastore</a:t>
            </a:r>
            <a:r>
              <a:rPr lang="en-US" sz="1800" b="0" i="0">
                <a:effectLst/>
              </a:rPr>
              <a:t>(</a:t>
            </a:r>
            <a:r>
              <a:rPr lang="en-US" sz="1800" b="0" i="0" err="1">
                <a:effectLst/>
              </a:rPr>
              <a:t>imds,pxds</a:t>
            </a:r>
            <a:r>
              <a:rPr lang="en-US" sz="1800" b="0" i="0">
                <a:effectLst/>
              </a:rPr>
              <a:t>, </a:t>
            </a:r>
            <a:r>
              <a:rPr lang="en-US" sz="18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'OutputSize'</a:t>
            </a:r>
            <a:r>
              <a:rPr lang="en-US" sz="1800" b="0" i="0">
                <a:effectLst/>
              </a:rPr>
              <a:t>,imageSize,</a:t>
            </a:r>
            <a:r>
              <a:rPr lang="en-US" sz="18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8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ColorPreprocessing</a:t>
            </a:r>
            <a:r>
              <a:rPr lang="en-US" sz="18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’</a:t>
            </a:r>
            <a:r>
              <a:rPr lang="en-US" sz="1800" b="0" i="0">
                <a:effectLst/>
              </a:rPr>
              <a:t>, </a:t>
            </a:r>
            <a:r>
              <a:rPr lang="en-US" sz="18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'gray2rgb'</a:t>
            </a:r>
            <a:r>
              <a:rPr lang="en-US" sz="1800" b="0" i="0">
                <a:effectLst/>
              </a:rPr>
              <a:t>);</a:t>
            </a:r>
            <a:endParaRPr lang="en-US" sz="1800"/>
          </a:p>
          <a:p>
            <a:pPr marL="0" indent="0">
              <a:buNone/>
            </a:pPr>
            <a:r>
              <a:rPr lang="en-US" sz="1800" b="0" i="0" err="1">
                <a:effectLst/>
              </a:rPr>
              <a:t>lgraph</a:t>
            </a:r>
            <a:r>
              <a:rPr lang="en-US" sz="1800" b="0" i="0">
                <a:effectLst/>
              </a:rPr>
              <a:t> = deeplabv3plusLayers(</a:t>
            </a:r>
            <a:r>
              <a:rPr lang="en-US" sz="1800" b="0" i="0" err="1">
                <a:effectLst/>
              </a:rPr>
              <a:t>imageSize</a:t>
            </a:r>
            <a:r>
              <a:rPr lang="en-US" sz="1800" b="0" i="0">
                <a:effectLst/>
              </a:rPr>
              <a:t>, </a:t>
            </a:r>
            <a:r>
              <a:rPr lang="en-US" sz="1800" b="0" i="0" err="1">
                <a:effectLst/>
              </a:rPr>
              <a:t>numClasses</a:t>
            </a:r>
            <a:r>
              <a:rPr lang="en-US" sz="1800" b="0" i="0">
                <a:effectLst/>
              </a:rPr>
              <a:t>, </a:t>
            </a:r>
            <a:r>
              <a:rPr lang="en-US" sz="18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"resnet50"</a:t>
            </a:r>
            <a:r>
              <a:rPr lang="en-US" sz="1800" b="0" i="0">
                <a:effectLst/>
              </a:rPr>
              <a:t>);</a:t>
            </a:r>
          </a:p>
          <a:p>
            <a:pPr marL="0" indent="0">
              <a:buNone/>
            </a:pPr>
            <a:r>
              <a:rPr lang="en-US" sz="1800" b="0" i="0" err="1">
                <a:effectLst/>
              </a:rPr>
              <a:t>tbl</a:t>
            </a:r>
            <a:r>
              <a:rPr lang="en-US" sz="1800" b="0" i="0">
                <a:effectLst/>
              </a:rPr>
              <a:t> = </a:t>
            </a:r>
            <a:r>
              <a:rPr lang="en-US" sz="1800" b="0" i="0" err="1">
                <a:effectLst/>
              </a:rPr>
              <a:t>countEachLabel</a:t>
            </a:r>
            <a:r>
              <a:rPr lang="en-US" sz="1800" b="0" i="0">
                <a:effectLst/>
              </a:rPr>
              <a:t>(</a:t>
            </a:r>
            <a:r>
              <a:rPr lang="en-US" sz="1800" b="0" i="0" err="1">
                <a:effectLst/>
              </a:rPr>
              <a:t>pximds</a:t>
            </a:r>
            <a:r>
              <a:rPr lang="en-US" sz="1800" b="0" i="0">
                <a:effectLst/>
              </a:rPr>
              <a:t>);</a:t>
            </a:r>
          </a:p>
          <a:p>
            <a:pPr marL="0" indent="0">
              <a:buNone/>
            </a:pPr>
            <a:endParaRPr lang="en-US" sz="1800" b="0" i="0">
              <a:solidFill>
                <a:srgbClr val="8ED973"/>
              </a:solidFill>
              <a:effectLst/>
            </a:endParaRPr>
          </a:p>
          <a:p>
            <a:pPr marL="0"/>
            <a:endParaRPr lang="en-US" sz="180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1FA38F6-9CE4-CBFF-747A-B1A83B64B1C6}"/>
              </a:ext>
            </a:extLst>
          </p:cNvPr>
          <p:cNvSpPr txBox="1"/>
          <p:nvPr/>
        </p:nvSpPr>
        <p:spPr>
          <a:xfrm>
            <a:off x="6361692" y="1690688"/>
            <a:ext cx="5648056" cy="447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0" i="0" err="1">
                <a:effectLst/>
              </a:rPr>
              <a:t>totalNumberOfPixels</a:t>
            </a:r>
            <a:r>
              <a:rPr lang="en-US" b="0" i="0">
                <a:effectLst/>
              </a:rPr>
              <a:t> = sum(</a:t>
            </a:r>
            <a:r>
              <a:rPr lang="en-US" b="0" i="0" err="1">
                <a:effectLst/>
              </a:rPr>
              <a:t>tbl.PixelCount</a:t>
            </a:r>
            <a:r>
              <a:rPr lang="en-US" b="0" i="0">
                <a:effectLst/>
              </a:rPr>
              <a:t>);</a:t>
            </a:r>
            <a:endParaRPr lang="it-IT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0" i="0">
                <a:effectLst/>
              </a:rPr>
              <a:t>frequency=</a:t>
            </a:r>
            <a:r>
              <a:rPr lang="en-US" b="0" i="0" err="1">
                <a:effectLst/>
              </a:rPr>
              <a:t>tbl.PixelCount</a:t>
            </a:r>
            <a:r>
              <a:rPr lang="en-US" b="0" i="0">
                <a:effectLst/>
              </a:rPr>
              <a:t>/</a:t>
            </a:r>
            <a:r>
              <a:rPr lang="en-US"/>
              <a:t> </a:t>
            </a:r>
            <a:r>
              <a:rPr lang="en-US" b="0" i="0" err="1">
                <a:effectLst/>
              </a:rPr>
              <a:t>totalNumberOfPixels</a:t>
            </a:r>
            <a:r>
              <a:rPr lang="en-US" b="0" i="0">
                <a:effectLst/>
              </a:rPr>
              <a:t>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0" i="0" err="1">
                <a:effectLst/>
              </a:rPr>
              <a:t>classWeights</a:t>
            </a:r>
            <a:r>
              <a:rPr lang="en-US" b="0" i="0">
                <a:effectLst/>
              </a:rPr>
              <a:t> = 1./frequency;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0" i="0" err="1">
                <a:effectLst/>
              </a:rPr>
              <a:t>pxLayer</a:t>
            </a:r>
            <a:r>
              <a:rPr lang="en-US" b="0" i="0">
                <a:effectLst/>
              </a:rPr>
              <a:t>=</a:t>
            </a:r>
            <a:r>
              <a:rPr lang="en-US" b="0" i="0" err="1">
                <a:effectLst/>
              </a:rPr>
              <a:t>pixelClassificationLayer</a:t>
            </a:r>
            <a:r>
              <a:rPr lang="en-US" b="0" i="0">
                <a:effectLst/>
              </a:rPr>
              <a:t>(</a:t>
            </a:r>
            <a:r>
              <a:rPr lang="en-US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'Name'</a:t>
            </a:r>
            <a:r>
              <a:rPr lang="en-US" b="0" i="0">
                <a:effectLst/>
              </a:rPr>
              <a:t>,</a:t>
            </a:r>
            <a:r>
              <a:rPr lang="en-US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'classification'</a:t>
            </a:r>
            <a:r>
              <a:rPr lang="en-US" b="0" i="0">
                <a:effectLst/>
              </a:rPr>
              <a:t>,</a:t>
            </a:r>
            <a:r>
              <a:rPr lang="en-US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'Classes'</a:t>
            </a:r>
            <a:r>
              <a:rPr lang="en-US" b="0" i="0">
                <a:effectLst/>
              </a:rPr>
              <a:t>,tbl.Name,</a:t>
            </a:r>
            <a:r>
              <a:rPr lang="en-US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'ClassWeights'</a:t>
            </a:r>
            <a:r>
              <a:rPr lang="en-US" b="0" i="0">
                <a:effectLst/>
              </a:rPr>
              <a:t>,classWeights);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0" i="0" err="1">
                <a:effectLst/>
              </a:rPr>
              <a:t>lgraph</a:t>
            </a:r>
            <a:r>
              <a:rPr lang="en-US" b="0" i="0">
                <a:effectLst/>
              </a:rPr>
              <a:t>=</a:t>
            </a:r>
            <a:r>
              <a:rPr lang="en-US" b="0" i="0" err="1">
                <a:effectLst/>
              </a:rPr>
              <a:t>replaceLayer</a:t>
            </a:r>
            <a:r>
              <a:rPr lang="en-US" b="0" i="0">
                <a:effectLst/>
              </a:rPr>
              <a:t>(</a:t>
            </a:r>
            <a:r>
              <a:rPr lang="en-US" b="0" i="0" err="1">
                <a:effectLst/>
              </a:rPr>
              <a:t>lgraph</a:t>
            </a:r>
            <a:r>
              <a:rPr lang="en-US" b="0" i="0">
                <a:effectLst/>
              </a:rPr>
              <a:t>,</a:t>
            </a:r>
            <a:r>
              <a:rPr lang="en-US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"classification"</a:t>
            </a:r>
            <a:r>
              <a:rPr lang="en-US" b="0" i="0">
                <a:effectLst/>
              </a:rPr>
              <a:t>,</a:t>
            </a:r>
            <a:r>
              <a:rPr lang="en-US"/>
              <a:t> </a:t>
            </a:r>
            <a:r>
              <a:rPr lang="en-US" b="0" i="0" err="1">
                <a:effectLst/>
              </a:rPr>
              <a:t>pxLayer</a:t>
            </a:r>
            <a:r>
              <a:rPr lang="en-US" b="0" i="0">
                <a:effectLst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0260032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52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id="{19C052EA-05E2-403D-965E-52D1BFFA2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901F875-1957-94E0-FF15-FD793B6F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947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Addestramento </a:t>
            </a: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C1936B8-2FFB-4F78-8388-B8C282B8A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FEE1E5-1D41-1DC4-599A-F581E40E1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221" y="2582624"/>
            <a:ext cx="4146033" cy="419292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1400" b="0" i="0">
                <a:effectLst/>
              </a:rPr>
              <a:t>options = </a:t>
            </a:r>
            <a:r>
              <a:rPr lang="en-US" sz="1400" b="0" i="0" err="1">
                <a:effectLst/>
              </a:rPr>
              <a:t>trainingOptions</a:t>
            </a:r>
            <a:r>
              <a:rPr lang="en-US" sz="1400" b="0" i="0">
                <a:effectLst/>
              </a:rPr>
              <a:t>(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adam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>
                <a:effectLst/>
              </a:rPr>
              <a:t>, ...</a:t>
            </a:r>
          </a:p>
          <a:p>
            <a:pPr marL="0" indent="0">
              <a:buNone/>
            </a:pP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InitialLearnRate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>
                <a:effectLst/>
              </a:rPr>
              <a:t>, 0.0005, ... </a:t>
            </a:r>
          </a:p>
          <a:p>
            <a:pPr marL="0" indent="0">
              <a:buNone/>
            </a:pP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LearnRateSchedule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>
                <a:effectLst/>
              </a:rPr>
              <a:t>, 'piecewise', ...</a:t>
            </a:r>
          </a:p>
          <a:p>
            <a:pPr marL="0" indent="0">
              <a:buNone/>
            </a:pP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LearnRateDropFactor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>
                <a:effectLst/>
              </a:rPr>
              <a:t>, 0.5, ...</a:t>
            </a:r>
          </a:p>
          <a:p>
            <a:pPr marL="0" indent="0">
              <a:buNone/>
            </a:pP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LearnRateDropPeriod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>
                <a:effectLst/>
              </a:rPr>
              <a:t>, 10, ...</a:t>
            </a:r>
          </a:p>
          <a:p>
            <a:pPr marL="0" indent="0">
              <a:buNone/>
            </a:pP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MaxEpochs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>
                <a:effectLst/>
              </a:rPr>
              <a:t>, 20, ...</a:t>
            </a:r>
          </a:p>
          <a:p>
            <a:pPr marL="0" indent="0">
              <a:buNone/>
            </a:pP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MiniBatchSize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>
                <a:effectLst/>
              </a:rPr>
              <a:t>, 4, ...</a:t>
            </a:r>
          </a:p>
          <a:p>
            <a:pPr marL="0" indent="0">
              <a:buNone/>
            </a:pP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'Shuffle'</a:t>
            </a:r>
            <a:r>
              <a:rPr lang="en-US" sz="1400" b="0" i="0">
                <a:effectLst/>
              </a:rPr>
              <a:t>, 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"every-epoch", </a:t>
            </a:r>
            <a:r>
              <a:rPr lang="en-US" sz="1400" b="0" i="0">
                <a:effectLst/>
              </a:rPr>
              <a:t>...</a:t>
            </a:r>
          </a:p>
          <a:p>
            <a:pPr marL="0" indent="0">
              <a:buNone/>
            </a:pP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‘Plots'</a:t>
            </a:r>
            <a:r>
              <a:rPr lang="en-US" sz="1400" b="0" i="0">
                <a:effectLst/>
              </a:rPr>
              <a:t>, 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'training-progress'</a:t>
            </a:r>
            <a:r>
              <a:rPr lang="en-US" sz="1400" b="0" i="0">
                <a:effectLst/>
              </a:rPr>
              <a:t>, ...</a:t>
            </a:r>
          </a:p>
          <a:p>
            <a:pPr marL="0" indent="0">
              <a:buNone/>
            </a:pP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ValidationPatience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>
                <a:effectLst/>
              </a:rPr>
              <a:t>, 15, ...</a:t>
            </a:r>
          </a:p>
          <a:p>
            <a:pPr marL="0" indent="0">
              <a:buNone/>
            </a:pP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VerboseFrequency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>
                <a:effectLst/>
              </a:rPr>
              <a:t>, 20);</a:t>
            </a:r>
          </a:p>
          <a:p>
            <a:pPr marL="0"/>
            <a:endParaRPr lang="en-US" sz="1400" b="0" i="0">
              <a:effectLst/>
            </a:endParaRPr>
          </a:p>
          <a:p>
            <a:pPr marL="0" indent="0">
              <a:buNone/>
            </a:pPr>
            <a:r>
              <a:rPr lang="en-US" sz="14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%% </a:t>
            </a:r>
            <a:r>
              <a:rPr lang="en-US" sz="1400" b="0" i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Avvia</a:t>
            </a:r>
            <a:r>
              <a:rPr lang="en-US" sz="14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</a:t>
            </a:r>
            <a:r>
              <a:rPr lang="en-US" sz="1400" b="0" i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l'addestramento</a:t>
            </a:r>
            <a:endParaRPr lang="en-US" sz="1400" b="0" i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0" indent="0">
              <a:buNone/>
            </a:pPr>
            <a:r>
              <a:rPr lang="en-US" sz="1400" b="0" i="0">
                <a:effectLst/>
              </a:rPr>
              <a:t>net_2 = </a:t>
            </a:r>
            <a:r>
              <a:rPr lang="en-US" sz="1400" b="0" i="0" err="1">
                <a:effectLst/>
              </a:rPr>
              <a:t>trainNetwork</a:t>
            </a:r>
            <a:r>
              <a:rPr lang="en-US" sz="1400" b="0" i="0">
                <a:effectLst/>
              </a:rPr>
              <a:t>(</a:t>
            </a:r>
            <a:r>
              <a:rPr lang="en-US" sz="1400" b="0" i="0" err="1">
                <a:effectLst/>
              </a:rPr>
              <a:t>pximds</a:t>
            </a:r>
            <a:r>
              <a:rPr lang="en-US" sz="1400" b="0" i="0">
                <a:effectLst/>
              </a:rPr>
              <a:t>, </a:t>
            </a:r>
            <a:r>
              <a:rPr lang="en-US" sz="1400" b="0" i="0" err="1">
                <a:effectLst/>
              </a:rPr>
              <a:t>lgraph</a:t>
            </a:r>
            <a:r>
              <a:rPr lang="en-US" sz="1400" b="0" i="0">
                <a:effectLst/>
              </a:rPr>
              <a:t>, options);</a:t>
            </a:r>
          </a:p>
          <a:p>
            <a:pPr marL="0" indent="0">
              <a:buNone/>
            </a:pPr>
            <a:r>
              <a:rPr lang="en-US" sz="1400" b="0" i="0" err="1">
                <a:effectLst/>
              </a:rPr>
              <a:t>disp</a:t>
            </a:r>
            <a:r>
              <a:rPr lang="en-US" sz="1400" b="0" i="0">
                <a:effectLst/>
              </a:rPr>
              <a:t>(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" 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Addestramento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 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completato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 con 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successo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!"</a:t>
            </a:r>
            <a:r>
              <a:rPr lang="en-US" sz="1400" b="0" i="0">
                <a:effectLst/>
              </a:rPr>
              <a:t>);</a:t>
            </a:r>
          </a:p>
          <a:p>
            <a:pPr marL="0"/>
            <a:endParaRPr lang="en-US" sz="1400" b="0" i="0">
              <a:effectLst/>
            </a:endParaRPr>
          </a:p>
          <a:p>
            <a:pPr marL="0"/>
            <a:endParaRPr lang="en-US" sz="140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23B028D-1E2A-1F9F-8C1F-4C3A5737B531}"/>
              </a:ext>
            </a:extLst>
          </p:cNvPr>
          <p:cNvSpPr txBox="1"/>
          <p:nvPr/>
        </p:nvSpPr>
        <p:spPr>
          <a:xfrm>
            <a:off x="6182797" y="2235676"/>
            <a:ext cx="5097780" cy="40763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%% </a:t>
            </a:r>
            <a:r>
              <a:rPr lang="en-US" sz="1400" b="0" i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riprendo</a:t>
            </a:r>
            <a:r>
              <a:rPr lang="en-US" sz="14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</a:t>
            </a:r>
            <a:r>
              <a:rPr lang="en-US" sz="1400" b="0" i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addestramento</a:t>
            </a:r>
            <a:r>
              <a:rPr lang="en-US" sz="14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rete net_2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>
                <a:effectLst/>
              </a:rPr>
              <a:t>options = </a:t>
            </a:r>
            <a:r>
              <a:rPr lang="en-US" sz="1400" b="0" i="0" err="1">
                <a:effectLst/>
              </a:rPr>
              <a:t>trainingOptions</a:t>
            </a:r>
            <a:r>
              <a:rPr lang="en-US" sz="1400" b="0" i="0">
                <a:effectLst/>
              </a:rPr>
              <a:t>(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adam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>
                <a:effectLst/>
              </a:rPr>
              <a:t>, ...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‘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InitialLearnRate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>
                <a:effectLst/>
              </a:rPr>
              <a:t>, 0.00001, ...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LearnRateSchedule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>
                <a:effectLst/>
              </a:rPr>
              <a:t>, 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'piecewise'</a:t>
            </a:r>
            <a:r>
              <a:rPr lang="en-US" sz="1400" b="0" i="0">
                <a:effectLst/>
              </a:rPr>
              <a:t>, ...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LearnRateDropFactor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>
                <a:effectLst/>
              </a:rPr>
              <a:t>, 0.5, ...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LearnRateDropPeriod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>
                <a:effectLst/>
              </a:rPr>
              <a:t>, 5, ...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MaxEpochs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>
                <a:effectLst/>
              </a:rPr>
              <a:t>, 10, ...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MiniBatchSize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>
                <a:effectLst/>
              </a:rPr>
              <a:t>, 16, ...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'Shuffle'</a:t>
            </a:r>
            <a:r>
              <a:rPr lang="en-US" sz="1400" b="0" i="0">
                <a:effectLst/>
              </a:rPr>
              <a:t>, 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"once</a:t>
            </a:r>
            <a:r>
              <a:rPr lang="en-US" sz="1400" b="0" i="0">
                <a:effectLst/>
              </a:rPr>
              <a:t>", ...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'Plots'</a:t>
            </a:r>
            <a:r>
              <a:rPr lang="en-US" sz="1400" b="0" i="0">
                <a:effectLst/>
              </a:rPr>
              <a:t>, 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'training-progress'</a:t>
            </a:r>
            <a:r>
              <a:rPr lang="en-US" sz="1400" b="0" i="0">
                <a:effectLst/>
              </a:rPr>
              <a:t>, ...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ValidationPatience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>
                <a:effectLst/>
              </a:rPr>
              <a:t>, 8, ...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VerboseFrequency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>
                <a:effectLst/>
              </a:rPr>
              <a:t>, 20, ...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ExecutionEnvironment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>
                <a:effectLst/>
              </a:rPr>
              <a:t>, 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'parallel'</a:t>
            </a:r>
            <a:r>
              <a:rPr lang="en-US" sz="1400" b="0" i="0">
                <a:effectLst/>
              </a:rPr>
              <a:t>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400" b="0" i="0">
                <a:effectLst/>
              </a:rPr>
            </a:br>
            <a:endParaRPr lang="en-US" sz="1400" b="0" i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%% </a:t>
            </a:r>
            <a:r>
              <a:rPr lang="en-US" sz="1400" b="0" i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avvia</a:t>
            </a:r>
            <a:r>
              <a:rPr lang="en-US" sz="14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</a:t>
            </a:r>
            <a:r>
              <a:rPr lang="en-US" sz="1400" b="0" i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addestramento</a:t>
            </a:r>
            <a:endParaRPr lang="en-US" sz="1400" b="0" i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 err="1">
                <a:effectLst/>
              </a:rPr>
              <a:t>lgraph</a:t>
            </a:r>
            <a:r>
              <a:rPr lang="en-US" sz="1400" b="0" i="0">
                <a:effectLst/>
              </a:rPr>
              <a:t> = </a:t>
            </a:r>
            <a:r>
              <a:rPr lang="en-US" sz="1400" b="0" i="0" err="1">
                <a:effectLst/>
              </a:rPr>
              <a:t>layerGraph</a:t>
            </a:r>
            <a:r>
              <a:rPr lang="en-US" sz="1400" b="0" i="0">
                <a:effectLst/>
              </a:rPr>
              <a:t>(net_2);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>
                <a:effectLst/>
              </a:rPr>
              <a:t>net_2A = </a:t>
            </a:r>
            <a:r>
              <a:rPr lang="en-US" sz="1400" b="0" i="0" err="1">
                <a:effectLst/>
              </a:rPr>
              <a:t>trainNetwork</a:t>
            </a:r>
            <a:r>
              <a:rPr lang="en-US" sz="1400" b="0" i="0">
                <a:effectLst/>
              </a:rPr>
              <a:t>(</a:t>
            </a:r>
            <a:r>
              <a:rPr lang="en-US" sz="1400" b="0" i="0" err="1">
                <a:effectLst/>
              </a:rPr>
              <a:t>pximds</a:t>
            </a:r>
            <a:r>
              <a:rPr lang="en-US" sz="1400" b="0" i="0">
                <a:effectLst/>
              </a:rPr>
              <a:t>, </a:t>
            </a:r>
            <a:r>
              <a:rPr lang="en-US" sz="1400" b="0" i="0" err="1">
                <a:effectLst/>
              </a:rPr>
              <a:t>lgraph</a:t>
            </a:r>
            <a:r>
              <a:rPr lang="en-US" sz="1400" b="0" i="0">
                <a:effectLst/>
              </a:rPr>
              <a:t>, options);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 err="1">
                <a:effectLst/>
              </a:rPr>
              <a:t>disp</a:t>
            </a:r>
            <a:r>
              <a:rPr lang="en-US" sz="1400" b="0" i="0">
                <a:effectLst/>
              </a:rPr>
              <a:t>(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" 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Addestramento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 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completato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 con </a:t>
            </a:r>
            <a:r>
              <a:rPr lang="en-US" sz="1400" b="0" i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successo</a:t>
            </a:r>
            <a:r>
              <a:rPr lang="en-US" sz="14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!"</a:t>
            </a:r>
            <a:r>
              <a:rPr lang="en-US" sz="1400" b="0" i="0">
                <a:effectLst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730417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E2F5827-C615-2449-2E0E-5EDB05230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Risultati training </a:t>
            </a:r>
          </a:p>
        </p:txBody>
      </p:sp>
      <p:pic>
        <p:nvPicPr>
          <p:cNvPr id="5" name="Segnaposto contenuto 4" descr="Immagine che contiene testo, schermata, diagramma, linea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B9CD06ED-5FD2-257D-06C6-A1C7393621C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77092" y="2167271"/>
            <a:ext cx="5421962" cy="4337569"/>
          </a:xfrm>
          <a:prstGeom prst="rect">
            <a:avLst/>
          </a:prstGeom>
        </p:spPr>
      </p:pic>
      <p:pic>
        <p:nvPicPr>
          <p:cNvPr id="6" name="Segnaposto contenuto 5" descr="Immagine che contiene testo, diagramma, Diagramma, linea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15D6076A-C5B7-6F41-055C-25B51B1994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31527" y="2232969"/>
            <a:ext cx="5287818" cy="437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698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egnaposto contenuto 5" descr="Immagine che contiene schermata, bianco e nero, lastra dei raggi X, monocromatic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D26CC2F6-FFC9-CB3C-BF2A-42E95933A6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4148" r="8558" b="4"/>
          <a:stretch/>
        </p:blipFill>
        <p:spPr>
          <a:xfrm>
            <a:off x="5328264" y="1967346"/>
            <a:ext cx="3045021" cy="3939338"/>
          </a:xfrm>
          <a:prstGeom prst="rect">
            <a:avLst/>
          </a:prstGeom>
        </p:spPr>
      </p:pic>
      <p:pic>
        <p:nvPicPr>
          <p:cNvPr id="5" name="Segnaposto contenuto 4" descr="Immagine che contiene schermata, test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AB6F08BD-25CD-6F72-8F41-F5C77A7C331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869" r="18585" b="4"/>
          <a:stretch/>
        </p:blipFill>
        <p:spPr>
          <a:xfrm>
            <a:off x="8722646" y="1847063"/>
            <a:ext cx="3201499" cy="4086964"/>
          </a:xfrm>
          <a:prstGeom prst="rect">
            <a:avLst/>
          </a:prstGeom>
        </p:spPr>
      </p:pic>
      <p:grpSp>
        <p:nvGrpSpPr>
          <p:cNvPr id="100" name="Group 95">
            <a:extLst>
              <a:ext uri="{FF2B5EF4-FFF2-40B4-BE49-F238E27FC236}">
                <a16:creationId xmlns:a16="http://schemas.microsoft.com/office/drawing/2014/main" id="{EE6DDE04-9207-9649-A817-4425425F6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" y="6737460"/>
            <a:ext cx="12192000" cy="123364"/>
            <a:chOff x="1" y="6737460"/>
            <a:chExt cx="12192000" cy="123364"/>
          </a:xfrm>
        </p:grpSpPr>
        <p:sp>
          <p:nvSpPr>
            <p:cNvPr id="101" name="Rectangle 96">
              <a:extLst>
                <a:ext uri="{FF2B5EF4-FFF2-40B4-BE49-F238E27FC236}">
                  <a16:creationId xmlns:a16="http://schemas.microsoft.com/office/drawing/2014/main" id="{3C0010FA-890A-FBF2-29ED-4232DA621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97">
              <a:extLst>
                <a:ext uri="{FF2B5EF4-FFF2-40B4-BE49-F238E27FC236}">
                  <a16:creationId xmlns:a16="http://schemas.microsoft.com/office/drawing/2014/main" id="{8C42F127-7248-C874-E092-68B9BA4BC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7" name="Diagramma 6">
            <a:extLst>
              <a:ext uri="{FF2B5EF4-FFF2-40B4-BE49-F238E27FC236}">
                <a16:creationId xmlns:a16="http://schemas.microsoft.com/office/drawing/2014/main" id="{7B41A2A0-A00B-F74E-0BC9-2AE1A124F6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6616957"/>
              </p:ext>
            </p:extLst>
          </p:nvPr>
        </p:nvGraphicFramePr>
        <p:xfrm>
          <a:off x="674767" y="2088213"/>
          <a:ext cx="3981446" cy="3845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Rettangolo 2">
            <a:extLst>
              <a:ext uri="{FF2B5EF4-FFF2-40B4-BE49-F238E27FC236}">
                <a16:creationId xmlns:a16="http://schemas.microsoft.com/office/drawing/2014/main" id="{D13BA316-6688-FB7C-3867-F31201D021A9}"/>
              </a:ext>
            </a:extLst>
          </p:cNvPr>
          <p:cNvSpPr/>
          <p:nvPr/>
        </p:nvSpPr>
        <p:spPr>
          <a:xfrm>
            <a:off x="0" y="-83127"/>
            <a:ext cx="12192000" cy="1567680"/>
          </a:xfrm>
          <a:prstGeom prst="rect">
            <a:avLst/>
          </a:prstGeom>
          <a:solidFill>
            <a:srgbClr val="103C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D662FA-940F-E122-038D-525096214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796" y="185867"/>
            <a:ext cx="8729126" cy="86579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Risultato</a:t>
            </a:r>
            <a:r>
              <a:rPr lang="en-US" sz="3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migliore</a:t>
            </a:r>
            <a:r>
              <a:rPr lang="en-US" sz="3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training (</a:t>
            </a:r>
            <a:r>
              <a:rPr lang="en-US" sz="36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paziente</a:t>
            </a:r>
            <a:r>
              <a:rPr lang="en-US" sz="3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5)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E93C7A5A-B072-246C-E39A-B04BC1ED9A28}"/>
              </a:ext>
            </a:extLst>
          </p:cNvPr>
          <p:cNvSpPr/>
          <p:nvPr/>
        </p:nvSpPr>
        <p:spPr>
          <a:xfrm>
            <a:off x="-3969" y="6552405"/>
            <a:ext cx="12477749" cy="603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3480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egnaposto contenuto 5" descr="Immagine che contiene lastra dei raggi X, Fotografia monocromatica, nero, monocromatic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FB91AA45-CB19-7405-7D41-B986924E41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-5" b="-5"/>
          <a:stretch/>
        </p:blipFill>
        <p:spPr>
          <a:xfrm>
            <a:off x="5529922" y="2340222"/>
            <a:ext cx="3305855" cy="3305855"/>
          </a:xfrm>
          <a:prstGeom prst="rect">
            <a:avLst/>
          </a:prstGeom>
        </p:spPr>
      </p:pic>
      <p:pic>
        <p:nvPicPr>
          <p:cNvPr id="5" name="Segnaposto contenuto 4" descr="Immagine che contiene schermata, test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A91D3E9E-B532-225B-9AD1-9AE8EF15491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9841" t="4462" b="1974"/>
          <a:stretch/>
        </p:blipFill>
        <p:spPr>
          <a:xfrm>
            <a:off x="8972776" y="2340660"/>
            <a:ext cx="3609842" cy="3300078"/>
          </a:xfrm>
          <a:prstGeom prst="rect">
            <a:avLst/>
          </a:prstGeom>
        </p:spPr>
      </p:pic>
      <p:grpSp>
        <p:nvGrpSpPr>
          <p:cNvPr id="69" name="Group 71">
            <a:extLst>
              <a:ext uri="{FF2B5EF4-FFF2-40B4-BE49-F238E27FC236}">
                <a16:creationId xmlns:a16="http://schemas.microsoft.com/office/drawing/2014/main" id="{AD0C1AE9-D8C2-E885-B89B-037A69B0E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8688506" y="3353096"/>
            <a:ext cx="6886450" cy="123364"/>
            <a:chOff x="1" y="6737460"/>
            <a:chExt cx="12192000" cy="123364"/>
          </a:xfrm>
        </p:grpSpPr>
        <p:sp>
          <p:nvSpPr>
            <p:cNvPr id="70" name="Rectangle 72">
              <a:extLst>
                <a:ext uri="{FF2B5EF4-FFF2-40B4-BE49-F238E27FC236}">
                  <a16:creationId xmlns:a16="http://schemas.microsoft.com/office/drawing/2014/main" id="{47EAD615-E63A-F20D-91BA-7765F02C7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3">
              <a:extLst>
                <a:ext uri="{FF2B5EF4-FFF2-40B4-BE49-F238E27FC236}">
                  <a16:creationId xmlns:a16="http://schemas.microsoft.com/office/drawing/2014/main" id="{A0AB335E-7C02-B00F-9AFE-AB859E1AE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3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  <a:alpha val="9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7" name="Diagramma 6">
            <a:extLst>
              <a:ext uri="{FF2B5EF4-FFF2-40B4-BE49-F238E27FC236}">
                <a16:creationId xmlns:a16="http://schemas.microsoft.com/office/drawing/2014/main" id="{DF38F736-0B41-7825-2B65-7E0367A972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3097204"/>
              </p:ext>
            </p:extLst>
          </p:nvPr>
        </p:nvGraphicFramePr>
        <p:xfrm>
          <a:off x="876693" y="2340222"/>
          <a:ext cx="4408816" cy="3647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Rettangolo 2">
            <a:extLst>
              <a:ext uri="{FF2B5EF4-FFF2-40B4-BE49-F238E27FC236}">
                <a16:creationId xmlns:a16="http://schemas.microsoft.com/office/drawing/2014/main" id="{52AEAEF9-8134-08DF-E898-200B25A45D6E}"/>
              </a:ext>
            </a:extLst>
          </p:cNvPr>
          <p:cNvSpPr/>
          <p:nvPr/>
        </p:nvSpPr>
        <p:spPr>
          <a:xfrm>
            <a:off x="0" y="-83127"/>
            <a:ext cx="12192000" cy="1567680"/>
          </a:xfrm>
          <a:prstGeom prst="rect">
            <a:avLst/>
          </a:prstGeom>
          <a:solidFill>
            <a:srgbClr val="1141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3FBE457-E96B-BA0D-43B6-C35FE2DB5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239" y="240145"/>
            <a:ext cx="10439006" cy="7567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err="1">
                <a:solidFill>
                  <a:schemeClr val="bg1"/>
                </a:solidFill>
              </a:rPr>
              <a:t>Risultato</a:t>
            </a:r>
            <a:r>
              <a:rPr lang="en-US" sz="3600">
                <a:solidFill>
                  <a:schemeClr val="bg1"/>
                </a:solidFill>
              </a:rPr>
              <a:t> </a:t>
            </a:r>
            <a:r>
              <a:rPr lang="en-US" sz="3600" err="1">
                <a:solidFill>
                  <a:schemeClr val="bg1"/>
                </a:solidFill>
              </a:rPr>
              <a:t>peggiore</a:t>
            </a:r>
            <a:r>
              <a:rPr lang="en-US" sz="3600">
                <a:solidFill>
                  <a:schemeClr val="bg1"/>
                </a:solidFill>
              </a:rPr>
              <a:t> training (</a:t>
            </a:r>
            <a:r>
              <a:rPr lang="en-US" sz="3600" err="1">
                <a:solidFill>
                  <a:schemeClr val="bg1"/>
                </a:solidFill>
              </a:rPr>
              <a:t>paziente</a:t>
            </a:r>
            <a:r>
              <a:rPr lang="en-US" sz="3600">
                <a:solidFill>
                  <a:schemeClr val="bg1"/>
                </a:solidFill>
              </a:rPr>
              <a:t> 80)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1612AB97-87BC-8888-289A-B4F5546E08A1}"/>
              </a:ext>
            </a:extLst>
          </p:cNvPr>
          <p:cNvSpPr/>
          <p:nvPr/>
        </p:nvSpPr>
        <p:spPr>
          <a:xfrm>
            <a:off x="12063832" y="-201707"/>
            <a:ext cx="347382" cy="70639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1C4EFA0C-4609-6F82-13CD-01B0633BE55F}"/>
              </a:ext>
            </a:extLst>
          </p:cNvPr>
          <p:cNvSpPr/>
          <p:nvPr/>
        </p:nvSpPr>
        <p:spPr>
          <a:xfrm>
            <a:off x="12058229" y="-196103"/>
            <a:ext cx="521073" cy="1680882"/>
          </a:xfrm>
          <a:prstGeom prst="rect">
            <a:avLst/>
          </a:prstGeom>
          <a:solidFill>
            <a:srgbClr val="0926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336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52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9C052EA-05E2-403D-965E-52D1BFFA2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C4713C9D-84A5-BE61-8BB8-32EA34526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947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Test della rete</a:t>
            </a: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C1936B8-2FFB-4F78-8388-B8C282B8A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1FDA766-E757-076E-2F2C-8D3113D68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132" y="1824992"/>
            <a:ext cx="4775561" cy="516636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1300" b="0" i="0" dirty="0" err="1">
                <a:effectLst/>
              </a:rPr>
              <a:t>testFolder</a:t>
            </a:r>
            <a:r>
              <a:rPr lang="en-US" sz="1300" b="0" i="0" dirty="0">
                <a:effectLst/>
              </a:rPr>
              <a:t> = </a:t>
            </a:r>
            <a:r>
              <a:rPr lang="en-US" sz="13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'C:\Users\...\im_test2\</a:t>
            </a:r>
            <a:r>
              <a:rPr lang="en-US" sz="1300" b="0" i="0" dirty="0">
                <a:effectLst/>
              </a:rPr>
              <a:t>’;</a:t>
            </a:r>
          </a:p>
          <a:p>
            <a:pPr marL="0" indent="0">
              <a:buNone/>
            </a:pPr>
            <a:r>
              <a:rPr lang="en-US" sz="1300" b="0" i="0" dirty="0" err="1">
                <a:effectLst/>
              </a:rPr>
              <a:t>gtFolder</a:t>
            </a:r>
            <a:r>
              <a:rPr lang="en-US" sz="1300" b="0" i="0" dirty="0">
                <a:effectLst/>
              </a:rPr>
              <a:t> = </a:t>
            </a:r>
            <a:r>
              <a:rPr lang="en-US" sz="13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'C:\Users\...\gt_test2\'</a:t>
            </a:r>
            <a:r>
              <a:rPr lang="en-US" sz="1300" b="0" i="0" dirty="0">
                <a:effectLst/>
              </a:rPr>
              <a:t>;</a:t>
            </a:r>
          </a:p>
          <a:p>
            <a:pPr marL="0" indent="0">
              <a:buNone/>
            </a:pPr>
            <a:r>
              <a:rPr lang="en-US" sz="1300" b="0" i="0" dirty="0" err="1">
                <a:effectLst/>
              </a:rPr>
              <a:t>f_test</a:t>
            </a:r>
            <a:r>
              <a:rPr lang="en-US" sz="1300" b="0" i="0" dirty="0">
                <a:effectLst/>
              </a:rPr>
              <a:t> = </a:t>
            </a:r>
            <a:r>
              <a:rPr lang="en-US" sz="1300" b="0" i="0" dirty="0" err="1">
                <a:effectLst/>
              </a:rPr>
              <a:t>dir</a:t>
            </a:r>
            <a:r>
              <a:rPr lang="en-US" sz="1300" b="0" i="0" dirty="0">
                <a:effectLst/>
              </a:rPr>
              <a:t>(</a:t>
            </a:r>
            <a:r>
              <a:rPr lang="en-US" sz="1300" b="0" i="0" dirty="0" err="1">
                <a:effectLst/>
              </a:rPr>
              <a:t>fullfile</a:t>
            </a:r>
            <a:r>
              <a:rPr lang="en-US" sz="1300" b="0" i="0" dirty="0">
                <a:effectLst/>
              </a:rPr>
              <a:t>(</a:t>
            </a:r>
            <a:r>
              <a:rPr lang="en-US" sz="1300" b="0" i="0" dirty="0" err="1">
                <a:effectLst/>
              </a:rPr>
              <a:t>testFolder</a:t>
            </a:r>
            <a:r>
              <a:rPr lang="en-US" sz="1300" b="0" i="0" dirty="0">
                <a:effectLst/>
              </a:rPr>
              <a:t>, </a:t>
            </a:r>
            <a:r>
              <a:rPr lang="en-US" sz="13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'*.</a:t>
            </a:r>
            <a:r>
              <a:rPr lang="en-US" sz="1300" b="0" i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png</a:t>
            </a:r>
            <a:r>
              <a:rPr lang="en-US" sz="1300" b="0" i="0" dirty="0">
                <a:effectLst/>
              </a:rPr>
              <a:t>'));</a:t>
            </a:r>
          </a:p>
          <a:p>
            <a:pPr marL="0" indent="0">
              <a:buNone/>
            </a:pPr>
            <a:r>
              <a:rPr lang="en-US" sz="1300" b="0" i="0" dirty="0" err="1">
                <a:effectLst/>
              </a:rPr>
              <a:t>gt_test</a:t>
            </a:r>
            <a:r>
              <a:rPr lang="en-US" sz="1300" b="0" i="0" dirty="0">
                <a:effectLst/>
              </a:rPr>
              <a:t> = </a:t>
            </a:r>
            <a:r>
              <a:rPr lang="en-US" sz="1300" b="0" i="0" dirty="0" err="1">
                <a:effectLst/>
              </a:rPr>
              <a:t>dir</a:t>
            </a:r>
            <a:r>
              <a:rPr lang="en-US" sz="1300" b="0" i="0" dirty="0">
                <a:effectLst/>
              </a:rPr>
              <a:t>(</a:t>
            </a:r>
            <a:r>
              <a:rPr lang="en-US" sz="1300" b="0" i="0" dirty="0" err="1">
                <a:effectLst/>
              </a:rPr>
              <a:t>fullfile</a:t>
            </a:r>
            <a:r>
              <a:rPr lang="en-US" sz="1300" b="0" i="0" dirty="0">
                <a:effectLst/>
              </a:rPr>
              <a:t>(</a:t>
            </a:r>
            <a:r>
              <a:rPr lang="en-US" sz="1300" b="0" i="0" dirty="0" err="1">
                <a:effectLst/>
              </a:rPr>
              <a:t>gtFolder</a:t>
            </a:r>
            <a:r>
              <a:rPr lang="en-US" sz="1300" b="0" i="0" dirty="0">
                <a:effectLst/>
              </a:rPr>
              <a:t>, </a:t>
            </a:r>
            <a:r>
              <a:rPr lang="en-US" sz="13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'*.</a:t>
            </a:r>
            <a:r>
              <a:rPr lang="en-US" sz="1300" b="0" i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png</a:t>
            </a:r>
            <a:r>
              <a:rPr lang="en-US" sz="1300" b="0" i="0" dirty="0">
                <a:effectLst/>
              </a:rPr>
              <a:t>'));</a:t>
            </a:r>
          </a:p>
          <a:p>
            <a:pPr marL="0" indent="0">
              <a:buNone/>
            </a:pPr>
            <a:r>
              <a:rPr lang="en-US" sz="1300" b="0" i="0" dirty="0" err="1">
                <a:effectLst/>
              </a:rPr>
              <a:t>imageSize</a:t>
            </a:r>
            <a:r>
              <a:rPr lang="en-US" sz="1300" b="0" i="0" dirty="0">
                <a:effectLst/>
              </a:rPr>
              <a:t> = net_2A.Layers(1).</a:t>
            </a:r>
            <a:r>
              <a:rPr lang="en-US" sz="1300" b="0" i="0" dirty="0" err="1">
                <a:effectLst/>
              </a:rPr>
              <a:t>InputSize</a:t>
            </a:r>
            <a:r>
              <a:rPr lang="en-US" sz="1300" b="0" i="0" dirty="0">
                <a:effectLst/>
              </a:rPr>
              <a:t>(1:2);</a:t>
            </a:r>
          </a:p>
          <a:p>
            <a:pPr marL="0" indent="0">
              <a:buNone/>
            </a:pPr>
            <a:r>
              <a:rPr lang="en-US" sz="1300" b="0" i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% </a:t>
            </a:r>
            <a:r>
              <a:rPr lang="en-US" sz="1300" b="0" i="0" dirty="0" err="1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vettori</a:t>
            </a:r>
            <a:r>
              <a:rPr lang="en-US" sz="1300" b="0" i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 </a:t>
            </a:r>
            <a:r>
              <a:rPr lang="en-US" sz="1300" b="0" i="0" dirty="0" err="1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metriche</a:t>
            </a:r>
            <a:r>
              <a:rPr lang="en-US" sz="1300" b="0" i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 </a:t>
            </a:r>
            <a:r>
              <a:rPr lang="en-US" sz="1300" b="0" i="0" dirty="0" err="1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inizializzati</a:t>
            </a:r>
            <a:r>
              <a:rPr lang="en-US" sz="1300" b="0" i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 a 0</a:t>
            </a:r>
          </a:p>
          <a:p>
            <a:pPr marL="0" indent="0">
              <a:buNone/>
            </a:pPr>
            <a:r>
              <a:rPr lang="en-US" sz="1300" b="0" i="0" dirty="0" err="1">
                <a:effectLst/>
              </a:rPr>
              <a:t>numImages</a:t>
            </a:r>
            <a:r>
              <a:rPr lang="en-US" sz="1300" b="0" i="0" dirty="0">
                <a:effectLst/>
              </a:rPr>
              <a:t> = length(</a:t>
            </a:r>
            <a:r>
              <a:rPr lang="en-US" sz="1300" b="0" i="0" dirty="0" err="1">
                <a:effectLst/>
              </a:rPr>
              <a:t>f_test</a:t>
            </a:r>
            <a:r>
              <a:rPr lang="en-US" sz="1300" b="0" i="0" dirty="0">
                <a:effectLst/>
              </a:rPr>
              <a:t>);</a:t>
            </a:r>
          </a:p>
          <a:p>
            <a:pPr marL="0" indent="0">
              <a:buNone/>
            </a:pPr>
            <a:r>
              <a:rPr lang="en-US" sz="1300" b="0" i="0" dirty="0">
                <a:effectLst/>
              </a:rPr>
              <a:t>FM = zeros(</a:t>
            </a:r>
            <a:r>
              <a:rPr lang="en-US" sz="1300" b="0" i="0" dirty="0" err="1">
                <a:effectLst/>
              </a:rPr>
              <a:t>numImages</a:t>
            </a:r>
            <a:r>
              <a:rPr lang="en-US" sz="1300" b="0" i="0" dirty="0">
                <a:effectLst/>
              </a:rPr>
              <a:t>, 1);</a:t>
            </a:r>
          </a:p>
          <a:p>
            <a:pPr marL="0" indent="0">
              <a:buNone/>
            </a:pPr>
            <a:r>
              <a:rPr lang="en-US" sz="1300" b="0" i="0" dirty="0">
                <a:effectLst/>
              </a:rPr>
              <a:t>Correctness = zeros(</a:t>
            </a:r>
            <a:r>
              <a:rPr lang="en-US" sz="1300" b="0" i="0" dirty="0" err="1">
                <a:effectLst/>
              </a:rPr>
              <a:t>numImages</a:t>
            </a:r>
            <a:r>
              <a:rPr lang="en-US" sz="1300" b="0" i="0" dirty="0">
                <a:effectLst/>
              </a:rPr>
              <a:t>, 1);</a:t>
            </a:r>
          </a:p>
          <a:p>
            <a:pPr marL="0" indent="0">
              <a:buNone/>
            </a:pPr>
            <a:r>
              <a:rPr lang="en-US" sz="1300" b="0" i="0" dirty="0">
                <a:effectLst/>
              </a:rPr>
              <a:t>Completeness = zeros(</a:t>
            </a:r>
            <a:r>
              <a:rPr lang="en-US" sz="1300" b="0" i="0" dirty="0" err="1">
                <a:effectLst/>
              </a:rPr>
              <a:t>numImages</a:t>
            </a:r>
            <a:r>
              <a:rPr lang="en-US" sz="1300" b="0" i="0" dirty="0">
                <a:effectLst/>
              </a:rPr>
              <a:t>, 1);</a:t>
            </a:r>
          </a:p>
          <a:p>
            <a:pPr marL="0" indent="0">
              <a:buNone/>
            </a:pPr>
            <a:r>
              <a:rPr lang="en-US" sz="1300" b="0" i="0" dirty="0">
                <a:effectLst/>
              </a:rPr>
              <a:t>for l = 1:numImages</a:t>
            </a:r>
          </a:p>
          <a:p>
            <a:pPr marL="0" indent="0">
              <a:buNone/>
            </a:pPr>
            <a:r>
              <a:rPr lang="en-US" sz="1300" b="0" i="0" dirty="0" err="1">
                <a:effectLst/>
              </a:rPr>
              <a:t>fprintf</a:t>
            </a:r>
            <a:r>
              <a:rPr lang="en-US" sz="1300" b="0" i="0" dirty="0">
                <a:effectLst/>
              </a:rPr>
              <a:t>(</a:t>
            </a:r>
            <a:r>
              <a:rPr lang="en-US" sz="13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'Processing test image %d/%d...\n</a:t>
            </a:r>
            <a:r>
              <a:rPr lang="en-US" sz="1300" b="0" i="0" dirty="0">
                <a:effectLst/>
              </a:rPr>
              <a:t>', l, </a:t>
            </a:r>
            <a:r>
              <a:rPr lang="en-US" sz="1300" b="0" i="0" dirty="0" err="1">
                <a:effectLst/>
              </a:rPr>
              <a:t>numImages</a:t>
            </a:r>
            <a:r>
              <a:rPr lang="en-US" sz="1300" b="0" i="0" dirty="0">
                <a:effectLst/>
              </a:rPr>
              <a:t>);</a:t>
            </a:r>
          </a:p>
          <a:p>
            <a:pPr marL="0" indent="0">
              <a:buNone/>
            </a:pPr>
            <a:r>
              <a:rPr lang="en-US" sz="1300" b="0" i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% </a:t>
            </a:r>
            <a:r>
              <a:rPr lang="en-US" sz="1300" b="0" i="0" dirty="0" err="1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Lettura</a:t>
            </a:r>
            <a:r>
              <a:rPr lang="en-US" sz="1300" b="0" i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 </a:t>
            </a:r>
            <a:r>
              <a:rPr lang="en-US" sz="1300" b="0" i="0" dirty="0" err="1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dell'immagine</a:t>
            </a:r>
            <a:r>
              <a:rPr lang="en-US" sz="1300" b="0" i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 di test e ground truth</a:t>
            </a:r>
          </a:p>
          <a:p>
            <a:pPr marL="0" indent="0">
              <a:buNone/>
            </a:pPr>
            <a:r>
              <a:rPr lang="en-US" sz="1300" b="0" i="0" dirty="0" err="1">
                <a:effectLst/>
              </a:rPr>
              <a:t>testImage</a:t>
            </a:r>
            <a:r>
              <a:rPr lang="en-US" sz="1300" b="0" i="0" dirty="0">
                <a:effectLst/>
              </a:rPr>
              <a:t> = </a:t>
            </a:r>
            <a:r>
              <a:rPr lang="en-US" sz="1300" b="0" i="0" dirty="0" err="1">
                <a:effectLst/>
              </a:rPr>
              <a:t>imresize</a:t>
            </a:r>
            <a:r>
              <a:rPr lang="en-US" sz="1300" b="0" i="0" dirty="0">
                <a:effectLst/>
              </a:rPr>
              <a:t>(</a:t>
            </a:r>
            <a:r>
              <a:rPr lang="en-US" sz="1300" b="0" i="0" dirty="0" err="1">
                <a:effectLst/>
              </a:rPr>
              <a:t>imread</a:t>
            </a:r>
            <a:r>
              <a:rPr lang="en-US" sz="1300" b="0" i="0" dirty="0">
                <a:effectLst/>
              </a:rPr>
              <a:t>(</a:t>
            </a:r>
            <a:r>
              <a:rPr lang="en-US" sz="1300" b="0" i="0" dirty="0" err="1">
                <a:effectLst/>
              </a:rPr>
              <a:t>fullfile</a:t>
            </a:r>
            <a:r>
              <a:rPr lang="en-US" sz="1300" b="0" i="0" dirty="0">
                <a:effectLst/>
              </a:rPr>
              <a:t>(</a:t>
            </a:r>
            <a:r>
              <a:rPr lang="en-US" sz="1300" b="0" i="0" dirty="0" err="1">
                <a:effectLst/>
              </a:rPr>
              <a:t>testFolder</a:t>
            </a:r>
            <a:r>
              <a:rPr lang="en-US" sz="1300" b="0" i="0" dirty="0">
                <a:effectLst/>
              </a:rPr>
              <a:t>, </a:t>
            </a:r>
            <a:r>
              <a:rPr lang="en-US" sz="1300" b="0" i="0" dirty="0" err="1">
                <a:effectLst/>
              </a:rPr>
              <a:t>f_test</a:t>
            </a:r>
            <a:r>
              <a:rPr lang="en-US" sz="1300" b="0" i="0" dirty="0">
                <a:effectLst/>
              </a:rPr>
              <a:t>(l).name)), </a:t>
            </a:r>
            <a:r>
              <a:rPr lang="en-US" sz="1300" b="0" i="0" dirty="0" err="1">
                <a:effectLst/>
              </a:rPr>
              <a:t>imageSize</a:t>
            </a:r>
            <a:r>
              <a:rPr lang="en-US" sz="1300" b="0" i="0" dirty="0">
                <a:effectLst/>
              </a:rPr>
              <a:t>);</a:t>
            </a:r>
          </a:p>
          <a:p>
            <a:pPr marL="0" indent="0">
              <a:buNone/>
            </a:pPr>
            <a:r>
              <a:rPr lang="en-US" sz="1300" b="0" i="0" dirty="0" err="1">
                <a:effectLst/>
              </a:rPr>
              <a:t>GTImage</a:t>
            </a:r>
            <a:r>
              <a:rPr lang="en-US" sz="1300" b="0" i="0" dirty="0">
                <a:effectLst/>
              </a:rPr>
              <a:t> = </a:t>
            </a:r>
            <a:r>
              <a:rPr lang="en-US" sz="1300" b="0" i="0" dirty="0" err="1">
                <a:effectLst/>
              </a:rPr>
              <a:t>imresize</a:t>
            </a:r>
            <a:r>
              <a:rPr lang="en-US" sz="1300" b="0" i="0" dirty="0">
                <a:effectLst/>
              </a:rPr>
              <a:t>(</a:t>
            </a:r>
            <a:r>
              <a:rPr lang="en-US" sz="1300" b="0" i="0" dirty="0" err="1">
                <a:effectLst/>
              </a:rPr>
              <a:t>imread</a:t>
            </a:r>
            <a:r>
              <a:rPr lang="en-US" sz="1300" b="0" i="0" dirty="0">
                <a:effectLst/>
              </a:rPr>
              <a:t>(</a:t>
            </a:r>
            <a:r>
              <a:rPr lang="en-US" sz="1300" b="0" i="0" dirty="0" err="1">
                <a:effectLst/>
              </a:rPr>
              <a:t>fullfile</a:t>
            </a:r>
            <a:r>
              <a:rPr lang="en-US" sz="1300" b="0" i="0" dirty="0">
                <a:effectLst/>
              </a:rPr>
              <a:t>(</a:t>
            </a:r>
            <a:r>
              <a:rPr lang="en-US" sz="1300" b="0" i="0" dirty="0" err="1">
                <a:effectLst/>
              </a:rPr>
              <a:t>gtFolder</a:t>
            </a:r>
            <a:r>
              <a:rPr lang="en-US" sz="1300" b="0" i="0" dirty="0">
                <a:effectLst/>
              </a:rPr>
              <a:t>, </a:t>
            </a:r>
            <a:r>
              <a:rPr lang="en-US" sz="1300" b="0" i="0" dirty="0" err="1">
                <a:effectLst/>
              </a:rPr>
              <a:t>gt_test</a:t>
            </a:r>
            <a:r>
              <a:rPr lang="en-US" sz="1300" b="0" i="0" dirty="0">
                <a:effectLst/>
              </a:rPr>
              <a:t>(l).name)), </a:t>
            </a:r>
            <a:r>
              <a:rPr lang="en-US" sz="1300" b="0" i="0" dirty="0" err="1">
                <a:effectLst/>
              </a:rPr>
              <a:t>imageSize</a:t>
            </a:r>
            <a:r>
              <a:rPr lang="en-US" sz="1300" b="0" i="0" dirty="0">
                <a:effectLst/>
              </a:rPr>
              <a:t>);</a:t>
            </a:r>
          </a:p>
          <a:p>
            <a:pPr marL="0"/>
            <a:endParaRPr lang="en-US" sz="13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1942874-9C1D-E55B-B362-53D25C946F4F}"/>
              </a:ext>
            </a:extLst>
          </p:cNvPr>
          <p:cNvSpPr txBox="1"/>
          <p:nvPr/>
        </p:nvSpPr>
        <p:spPr>
          <a:xfrm>
            <a:off x="6664494" y="2055814"/>
            <a:ext cx="4396738" cy="4308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 dirty="0" err="1">
                <a:effectLst/>
              </a:rPr>
              <a:t>C_test</a:t>
            </a:r>
            <a:r>
              <a:rPr lang="en-US" sz="1400" b="0" i="0" dirty="0">
                <a:effectLst/>
              </a:rPr>
              <a:t> = </a:t>
            </a:r>
            <a:r>
              <a:rPr lang="en-US" sz="1400" b="0" i="0" dirty="0" err="1">
                <a:effectLst/>
              </a:rPr>
              <a:t>semanticseg</a:t>
            </a:r>
            <a:r>
              <a:rPr lang="en-US" sz="1400" b="0" i="0" dirty="0">
                <a:effectLst/>
              </a:rPr>
              <a:t>(</a:t>
            </a:r>
            <a:r>
              <a:rPr lang="en-US" sz="1400" b="0" i="0" dirty="0" err="1">
                <a:effectLst/>
              </a:rPr>
              <a:t>testImage</a:t>
            </a:r>
            <a:r>
              <a:rPr lang="en-US" sz="1400" b="0" i="0" dirty="0">
                <a:effectLst/>
              </a:rPr>
              <a:t>, net_2A);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 dirty="0">
                <a:effectLst/>
              </a:rPr>
              <a:t>D = </a:t>
            </a:r>
            <a:r>
              <a:rPr lang="en-US" sz="1400" b="0" i="0" dirty="0" err="1">
                <a:effectLst/>
              </a:rPr>
              <a:t>C_test</a:t>
            </a:r>
            <a:r>
              <a:rPr lang="en-US" sz="1400" b="0" i="0" dirty="0">
                <a:effectLst/>
              </a:rPr>
              <a:t> == 'B';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 dirty="0">
                <a:effectLst/>
              </a:rPr>
              <a:t>E = </a:t>
            </a:r>
            <a:r>
              <a:rPr lang="en-US" sz="1400" b="0" i="0" dirty="0" err="1">
                <a:effectLst/>
              </a:rPr>
              <a:t>imfill</a:t>
            </a:r>
            <a:r>
              <a:rPr lang="en-US" sz="1400" b="0" i="0" dirty="0">
                <a:effectLst/>
              </a:rPr>
              <a:t>(D, 'holes');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 dirty="0">
                <a:effectLst/>
              </a:rPr>
              <a:t>F = </a:t>
            </a:r>
            <a:r>
              <a:rPr lang="en-US" sz="1400" b="0" i="0" dirty="0" err="1">
                <a:effectLst/>
              </a:rPr>
              <a:t>imclose</a:t>
            </a:r>
            <a:r>
              <a:rPr lang="en-US" sz="1400" b="0" i="0" dirty="0">
                <a:effectLst/>
              </a:rPr>
              <a:t>(E, </a:t>
            </a:r>
            <a:r>
              <a:rPr lang="en-US" sz="1400" b="0" i="0" dirty="0" err="1">
                <a:effectLst/>
              </a:rPr>
              <a:t>strel</a:t>
            </a:r>
            <a:r>
              <a:rPr lang="en-US" sz="1400" b="0" i="0" dirty="0">
                <a:effectLst/>
              </a:rPr>
              <a:t>('disk', 3));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 dirty="0">
                <a:effectLst/>
              </a:rPr>
              <a:t>G = </a:t>
            </a:r>
            <a:r>
              <a:rPr lang="en-US" sz="1400" b="0" i="0" dirty="0" err="1">
                <a:effectLst/>
              </a:rPr>
              <a:t>bwareafilt</a:t>
            </a:r>
            <a:r>
              <a:rPr lang="en-US" sz="1400" b="0" i="0" dirty="0">
                <a:effectLst/>
              </a:rPr>
              <a:t>(F, 1);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 dirty="0">
                <a:effectLst/>
              </a:rPr>
              <a:t>if ~</a:t>
            </a:r>
            <a:r>
              <a:rPr lang="en-US" sz="1400" b="0" i="0" dirty="0" err="1">
                <a:effectLst/>
              </a:rPr>
              <a:t>isequal</a:t>
            </a:r>
            <a:r>
              <a:rPr lang="en-US" sz="1400" b="0" i="0" dirty="0">
                <a:effectLst/>
              </a:rPr>
              <a:t>(size(G), size(</a:t>
            </a:r>
            <a:r>
              <a:rPr lang="en-US" sz="1400" b="0" i="0" dirty="0" err="1">
                <a:effectLst/>
              </a:rPr>
              <a:t>GTImage</a:t>
            </a:r>
            <a:r>
              <a:rPr lang="en-US" sz="1400" b="0" i="0" dirty="0">
                <a:effectLst/>
              </a:rPr>
              <a:t>))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 dirty="0" err="1">
                <a:effectLst/>
              </a:rPr>
              <a:t>GTImage</a:t>
            </a:r>
            <a:r>
              <a:rPr lang="en-US" sz="1400" b="0" i="0" dirty="0">
                <a:effectLst/>
              </a:rPr>
              <a:t> = </a:t>
            </a:r>
            <a:r>
              <a:rPr lang="en-US" sz="1400" b="0" i="0" dirty="0" err="1">
                <a:effectLst/>
              </a:rPr>
              <a:t>imresize</a:t>
            </a:r>
            <a:r>
              <a:rPr lang="en-US" sz="1400" b="0" i="0" dirty="0">
                <a:effectLst/>
              </a:rPr>
              <a:t>(</a:t>
            </a:r>
            <a:r>
              <a:rPr lang="en-US" sz="1400" b="0" i="0" dirty="0" err="1">
                <a:effectLst/>
              </a:rPr>
              <a:t>GTImage</a:t>
            </a:r>
            <a:r>
              <a:rPr lang="en-US" sz="1400" b="0" i="0" dirty="0">
                <a:effectLst/>
              </a:rPr>
              <a:t>, size(G));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 dirty="0">
                <a:effectLst/>
              </a:rPr>
              <a:t>End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 b="0" i="0" dirty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 dirty="0">
                <a:effectLst/>
              </a:rPr>
              <a:t>[TP, FP, FN, Correctness(l), Completeness(l), FM(l)] = </a:t>
            </a:r>
            <a:r>
              <a:rPr lang="en-US" sz="1400" b="0" i="0" dirty="0" err="1">
                <a:effectLst/>
              </a:rPr>
              <a:t>evaluation_segmentation</a:t>
            </a:r>
            <a:r>
              <a:rPr lang="en-US" sz="1400" b="0" i="0" dirty="0">
                <a:effectLst/>
              </a:rPr>
              <a:t>(G, </a:t>
            </a:r>
            <a:r>
              <a:rPr lang="en-US" sz="1400" b="0" i="0" dirty="0" err="1">
                <a:effectLst/>
              </a:rPr>
              <a:t>GTImage</a:t>
            </a:r>
            <a:r>
              <a:rPr lang="en-US" sz="1400" b="0" i="0" dirty="0">
                <a:effectLst/>
              </a:rPr>
              <a:t>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 dirty="0" err="1">
                <a:effectLst/>
              </a:rPr>
              <a:t>imshowpair</a:t>
            </a:r>
            <a:r>
              <a:rPr lang="en-US" sz="1400" b="0" i="0" dirty="0">
                <a:effectLst/>
              </a:rPr>
              <a:t>(</a:t>
            </a:r>
            <a:r>
              <a:rPr lang="en-US" sz="1400" b="0" i="0" dirty="0" err="1">
                <a:effectLst/>
              </a:rPr>
              <a:t>testImage</a:t>
            </a:r>
            <a:r>
              <a:rPr lang="en-US" sz="1400" b="0" i="0" dirty="0">
                <a:effectLst/>
              </a:rPr>
              <a:t>, G);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 dirty="0">
                <a:effectLst/>
              </a:rPr>
              <a:t>title(</a:t>
            </a:r>
            <a:r>
              <a:rPr lang="en-US" sz="1400" b="0" i="0" dirty="0" err="1">
                <a:effectLst/>
              </a:rPr>
              <a:t>sprintf</a:t>
            </a:r>
            <a:r>
              <a:rPr lang="en-US" sz="1400" b="0" i="0" dirty="0">
                <a:effectLst/>
              </a:rPr>
              <a:t>(</a:t>
            </a:r>
            <a:r>
              <a:rPr lang="en-US" sz="14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'</a:t>
            </a:r>
            <a:r>
              <a:rPr lang="en-US" sz="1400" b="0" i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Segmentazione</a:t>
            </a:r>
            <a:r>
              <a:rPr lang="en-US" sz="1400" b="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 Test - Frame %d</a:t>
            </a:r>
            <a:r>
              <a:rPr lang="en-US" sz="1400" b="0" i="0" dirty="0">
                <a:effectLst/>
              </a:rPr>
              <a:t>', l));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 dirty="0">
                <a:effectLst/>
              </a:rPr>
              <a:t>pause();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0" i="0" dirty="0">
                <a:effectLst/>
              </a:rPr>
              <a:t>end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29832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CCD9E83-80DA-BAFD-0667-9145867F8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Risultati test </a:t>
            </a:r>
          </a:p>
        </p:txBody>
      </p:sp>
      <p:pic>
        <p:nvPicPr>
          <p:cNvPr id="5" name="Segnaposto contenuto 4" descr="Immagine che contiene testo, diagramma, linea, schermata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0EF5B943-760C-B71C-A60E-D0E820FE486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08162" y="1928621"/>
            <a:ext cx="5409164" cy="4327330"/>
          </a:xfrm>
          <a:prstGeom prst="rect">
            <a:avLst/>
          </a:prstGeom>
        </p:spPr>
      </p:pic>
      <p:pic>
        <p:nvPicPr>
          <p:cNvPr id="9" name="Segnaposto contenuto 8" descr="Immagine che contiene testo, diagramma, Diagramma, linea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D4DD1E5A-FAFD-AAD3-FA44-2B040D664B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81473" y="1928621"/>
            <a:ext cx="5433155" cy="449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6657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C45D0D23-8EB5-A138-1EDE-FB3038996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090" y="321652"/>
            <a:ext cx="9477377" cy="1030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dirty="0" err="1">
                <a:solidFill>
                  <a:srgbClr val="FFFFFF"/>
                </a:solidFill>
              </a:rPr>
              <a:t>Risultato</a:t>
            </a:r>
            <a:r>
              <a:rPr lang="en-US" sz="3400" dirty="0">
                <a:solidFill>
                  <a:srgbClr val="FFFFFF"/>
                </a:solidFill>
              </a:rPr>
              <a:t> </a:t>
            </a:r>
            <a:r>
              <a:rPr lang="en-US" sz="3400" dirty="0" err="1">
                <a:solidFill>
                  <a:srgbClr val="FFFFFF"/>
                </a:solidFill>
              </a:rPr>
              <a:t>migliore</a:t>
            </a:r>
            <a:r>
              <a:rPr lang="en-US" sz="3400" dirty="0">
                <a:solidFill>
                  <a:srgbClr val="FFFFFF"/>
                </a:solidFill>
              </a:rPr>
              <a:t> test (</a:t>
            </a:r>
            <a:r>
              <a:rPr lang="en-US" sz="3400" dirty="0" err="1">
                <a:solidFill>
                  <a:srgbClr val="FFFFFF"/>
                </a:solidFill>
              </a:rPr>
              <a:t>paziente</a:t>
            </a:r>
            <a:r>
              <a:rPr lang="en-US" sz="3400" dirty="0">
                <a:solidFill>
                  <a:srgbClr val="FFFFFF"/>
                </a:solidFill>
              </a:rPr>
              <a:t> 271)</a:t>
            </a:r>
          </a:p>
        </p:txBody>
      </p:sp>
      <p:pic>
        <p:nvPicPr>
          <p:cNvPr id="5" name="Segnaposto contenuto 4" descr="Immagine che contiene schermata, test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AD82CF64-1270-C20D-475D-7B7AA9518C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580070" y="2160374"/>
            <a:ext cx="3383202" cy="3478873"/>
          </a:xfrm>
          <a:prstGeom prst="rect">
            <a:avLst/>
          </a:prstGeom>
        </p:spPr>
      </p:pic>
      <p:pic>
        <p:nvPicPr>
          <p:cNvPr id="6" name="Segnaposto contenuto 5" descr="Immagine che contiene Imaging medicale, radiologia, nero, lastra dei raggi X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1A06FA74-7AC2-1021-4411-89FB86F7AD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986178" y="2256045"/>
            <a:ext cx="3383202" cy="3383202"/>
          </a:xfrm>
          <a:prstGeom prst="rect">
            <a:avLst/>
          </a:prstGeom>
        </p:spPr>
      </p:pic>
      <p:graphicFrame>
        <p:nvGraphicFramePr>
          <p:cNvPr id="3" name="Diagramma 2">
            <a:extLst>
              <a:ext uri="{FF2B5EF4-FFF2-40B4-BE49-F238E27FC236}">
                <a16:creationId xmlns:a16="http://schemas.microsoft.com/office/drawing/2014/main" id="{FA704211-B105-494A-1FA6-00B3FEFC1C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0269296"/>
              </p:ext>
            </p:extLst>
          </p:nvPr>
        </p:nvGraphicFramePr>
        <p:xfrm>
          <a:off x="228728" y="2294838"/>
          <a:ext cx="4317146" cy="34788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07844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1" name="Rectangle 180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AB1FBE23-6D4E-57C0-7FCA-B979DA6F6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20" y="280884"/>
            <a:ext cx="7606939" cy="1030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dirty="0" err="1">
                <a:solidFill>
                  <a:srgbClr val="FFFFFF"/>
                </a:solidFill>
              </a:rPr>
              <a:t>Risultato</a:t>
            </a:r>
            <a:r>
              <a:rPr lang="en-US" sz="3400" dirty="0">
                <a:solidFill>
                  <a:srgbClr val="FFFFFF"/>
                </a:solidFill>
              </a:rPr>
              <a:t> </a:t>
            </a:r>
            <a:r>
              <a:rPr lang="en-US" sz="3400" dirty="0" err="1">
                <a:solidFill>
                  <a:srgbClr val="FFFFFF"/>
                </a:solidFill>
              </a:rPr>
              <a:t>peggiore</a:t>
            </a:r>
            <a:r>
              <a:rPr lang="en-US" sz="3400" dirty="0">
                <a:solidFill>
                  <a:srgbClr val="FFFFFF"/>
                </a:solidFill>
              </a:rPr>
              <a:t> test (</a:t>
            </a:r>
            <a:r>
              <a:rPr lang="en-US" sz="3400" dirty="0" err="1">
                <a:solidFill>
                  <a:srgbClr val="FFFFFF"/>
                </a:solidFill>
              </a:rPr>
              <a:t>paziente</a:t>
            </a:r>
            <a:r>
              <a:rPr lang="en-US" sz="3400" dirty="0">
                <a:solidFill>
                  <a:srgbClr val="FFFFFF"/>
                </a:solidFill>
              </a:rPr>
              <a:t> 314)</a:t>
            </a:r>
          </a:p>
        </p:txBody>
      </p:sp>
      <p:pic>
        <p:nvPicPr>
          <p:cNvPr id="6" name="Segnaposto contenuto 5" descr="Immagine che contiene Imaging medicale, radiologia, lastra dei raggi X, Radiografia medica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B76A38F9-E118-F58C-C995-336F5BF7D2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46483" y="2294838"/>
            <a:ext cx="3087059" cy="3087059"/>
          </a:xfrm>
          <a:prstGeom prst="rect">
            <a:avLst/>
          </a:prstGeom>
        </p:spPr>
      </p:pic>
      <p:pic>
        <p:nvPicPr>
          <p:cNvPr id="5" name="Segnaposto contenuto 4" descr="Immagine che contiene schermata, test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EEB854B0-478A-8B90-5637-3D17155F189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67583" y="2185852"/>
            <a:ext cx="3660743" cy="3184550"/>
          </a:xfrm>
          <a:prstGeom prst="rect">
            <a:avLst/>
          </a:prstGeom>
        </p:spPr>
      </p:pic>
      <p:graphicFrame>
        <p:nvGraphicFramePr>
          <p:cNvPr id="3" name="Diagramma 2">
            <a:extLst>
              <a:ext uri="{FF2B5EF4-FFF2-40B4-BE49-F238E27FC236}">
                <a16:creationId xmlns:a16="http://schemas.microsoft.com/office/drawing/2014/main" id="{8031DC01-BC6F-8B00-2E54-724FC3193D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3766551"/>
              </p:ext>
            </p:extLst>
          </p:nvPr>
        </p:nvGraphicFramePr>
        <p:xfrm>
          <a:off x="315814" y="2050998"/>
          <a:ext cx="4317146" cy="34788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954277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itolo 4">
            <a:extLst>
              <a:ext uri="{FF2B5EF4-FFF2-40B4-BE49-F238E27FC236}">
                <a16:creationId xmlns:a16="http://schemas.microsoft.com/office/drawing/2014/main" id="{28F70E01-1F60-705F-DDEF-69FC22643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Confronto dei Risultati in Test</a:t>
            </a:r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D1C11212-AFF6-55D1-DC15-B349EACF5C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2111" y="2583095"/>
            <a:ext cx="5498400" cy="1924439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C20F0C03-96BE-2D1A-4CA6-BABB60836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135" y="2583095"/>
            <a:ext cx="5618804" cy="1924439"/>
          </a:xfrm>
          <a:prstGeom prst="rect">
            <a:avLst/>
          </a:prstGeom>
        </p:spPr>
      </p:pic>
      <p:sp>
        <p:nvSpPr>
          <p:cNvPr id="13" name="Segnaposto contenuto 12">
            <a:extLst>
              <a:ext uri="{FF2B5EF4-FFF2-40B4-BE49-F238E27FC236}">
                <a16:creationId xmlns:a16="http://schemas.microsoft.com/office/drawing/2014/main" id="{85FEA023-135D-789E-F935-7D37CE215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067" y="5182487"/>
            <a:ext cx="4662489" cy="33751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dirty="0" err="1"/>
              <a:t>Paziente</a:t>
            </a:r>
            <a:r>
              <a:rPr lang="en-US" sz="2000" dirty="0"/>
              <a:t> 274 (</a:t>
            </a:r>
            <a:r>
              <a:rPr lang="en-US" sz="2000" dirty="0" err="1"/>
              <a:t>massa</a:t>
            </a:r>
            <a:r>
              <a:rPr lang="en-US" sz="2000" dirty="0"/>
              <a:t> </a:t>
            </a:r>
            <a:r>
              <a:rPr lang="en-US" sz="2000" dirty="0" err="1"/>
              <a:t>maligna</a:t>
            </a:r>
            <a:r>
              <a:rPr lang="en-US" sz="2000" dirty="0"/>
              <a:t>)</a:t>
            </a:r>
            <a:endParaRPr lang="it-IT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74155C1-8C73-AF9A-F1DE-E012FD49B21B}"/>
              </a:ext>
            </a:extLst>
          </p:cNvPr>
          <p:cNvSpPr txBox="1"/>
          <p:nvPr/>
        </p:nvSpPr>
        <p:spPr>
          <a:xfrm>
            <a:off x="6979446" y="5151190"/>
            <a:ext cx="449687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aseline="0" dirty="0" err="1">
                <a:latin typeface="Aptos"/>
                <a:ea typeface="Arial"/>
                <a:cs typeface="Arial"/>
              </a:rPr>
              <a:t>Paziente</a:t>
            </a:r>
            <a:r>
              <a:rPr lang="en-US" sz="2000" baseline="0" dirty="0">
                <a:latin typeface="Aptos"/>
                <a:ea typeface="Arial"/>
                <a:cs typeface="Arial"/>
              </a:rPr>
              <a:t> 314</a:t>
            </a:r>
            <a:r>
              <a:rPr lang="en-US" sz="2000" dirty="0">
                <a:latin typeface="Aptos"/>
                <a:ea typeface="Arial"/>
                <a:cs typeface="Arial"/>
              </a:rPr>
              <a:t> </a:t>
            </a:r>
            <a:r>
              <a:rPr lang="en-US" sz="2000" baseline="0" dirty="0">
                <a:latin typeface="Aptos"/>
                <a:ea typeface="Arial"/>
                <a:cs typeface="Arial"/>
              </a:rPr>
              <a:t>(</a:t>
            </a:r>
            <a:r>
              <a:rPr lang="en-US" sz="2000" baseline="0" dirty="0" err="1">
                <a:latin typeface="Aptos"/>
                <a:ea typeface="Arial"/>
                <a:cs typeface="Arial"/>
              </a:rPr>
              <a:t>massa</a:t>
            </a:r>
            <a:r>
              <a:rPr lang="en-US" sz="2000" baseline="0" dirty="0">
                <a:latin typeface="Aptos"/>
                <a:ea typeface="Arial"/>
                <a:cs typeface="Arial"/>
              </a:rPr>
              <a:t> </a:t>
            </a:r>
            <a:r>
              <a:rPr lang="en-US" sz="2000" baseline="0" dirty="0" err="1">
                <a:latin typeface="Aptos"/>
                <a:ea typeface="Arial"/>
                <a:cs typeface="Arial"/>
              </a:rPr>
              <a:t>benigna</a:t>
            </a:r>
            <a:r>
              <a:rPr lang="en-US" sz="2000" baseline="0" dirty="0">
                <a:latin typeface="Aptos"/>
                <a:ea typeface="Arial"/>
                <a:cs typeface="Arial"/>
              </a:rPr>
              <a:t>)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31435869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52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B8B49FD-E886-26DE-0547-C672F504E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92" y="320039"/>
            <a:ext cx="4504495" cy="564756"/>
          </a:xfrm>
        </p:spPr>
        <p:txBody>
          <a:bodyPr>
            <a:normAutofit fontScale="90000"/>
          </a:bodyPr>
          <a:lstStyle/>
          <a:p>
            <a:r>
              <a:rPr lang="it-IT" sz="3600">
                <a:solidFill>
                  <a:schemeClr val="bg1"/>
                </a:solidFill>
              </a:rPr>
              <a:t>Features </a:t>
            </a:r>
            <a:r>
              <a:rPr lang="it-IT" sz="3600" err="1">
                <a:solidFill>
                  <a:schemeClr val="bg1"/>
                </a:solidFill>
              </a:rPr>
              <a:t>extraction</a:t>
            </a:r>
            <a:endParaRPr lang="it-IT" sz="3600">
              <a:solidFill>
                <a:schemeClr val="bg1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874C7C-7B74-509F-B72B-6BEF5634CB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992" y="1007608"/>
            <a:ext cx="3068407" cy="55392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1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%% POST-PROCESSAMENTO finale</a:t>
            </a:r>
          </a:p>
          <a:p>
            <a:pPr marL="0" indent="0">
              <a:buNone/>
            </a:pPr>
            <a:r>
              <a:rPr lang="it-IT" sz="1100" b="0" i="0">
                <a:solidFill>
                  <a:schemeClr val="bg1"/>
                </a:solidFill>
                <a:effectLst/>
              </a:rPr>
              <a:t>B=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strel</a:t>
            </a:r>
            <a:r>
              <a:rPr lang="it-IT" sz="1100" b="0" i="0">
                <a:solidFill>
                  <a:schemeClr val="bg1"/>
                </a:solidFill>
                <a:effectLst/>
              </a:rPr>
              <a:t>('</a:t>
            </a:r>
            <a:r>
              <a:rPr lang="it-IT" sz="11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square</a:t>
            </a:r>
            <a:r>
              <a:rPr lang="it-IT" sz="1100" b="0" i="0">
                <a:solidFill>
                  <a:schemeClr val="bg1"/>
                </a:solidFill>
                <a:effectLst/>
              </a:rPr>
              <a:t>',4);</a:t>
            </a:r>
          </a:p>
          <a:p>
            <a:pPr marL="0" indent="0">
              <a:buNone/>
            </a:pPr>
            <a:r>
              <a:rPr lang="it-IT" sz="1100" b="0" i="0">
                <a:solidFill>
                  <a:schemeClr val="bg1"/>
                </a:solidFill>
                <a:effectLst/>
              </a:rPr>
              <a:t>figure();</a:t>
            </a:r>
          </a:p>
          <a:p>
            <a:pPr marL="0" indent="0">
              <a:buNone/>
            </a:pPr>
            <a:r>
              <a:rPr lang="it-IT" sz="1100" b="0" i="0" err="1">
                <a:solidFill>
                  <a:schemeClr val="bg1"/>
                </a:solidFill>
                <a:effectLst/>
              </a:rPr>
              <a:t>imshow</a:t>
            </a:r>
            <a:r>
              <a:rPr lang="it-IT" sz="1100" b="0" i="0">
                <a:solidFill>
                  <a:schemeClr val="bg1"/>
                </a:solidFill>
                <a:effectLst/>
              </a:rPr>
              <a:t>(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seg_rg</a:t>
            </a:r>
            <a:r>
              <a:rPr lang="it-IT" sz="1100" b="0" i="0">
                <a:solidFill>
                  <a:schemeClr val="bg1"/>
                </a:solidFill>
                <a:effectLst/>
              </a:rPr>
              <a:t>);</a:t>
            </a:r>
          </a:p>
          <a:p>
            <a:pPr marL="0" indent="0">
              <a:buNone/>
            </a:pPr>
            <a:r>
              <a:rPr lang="it-IT" sz="1100" b="0" i="0">
                <a:solidFill>
                  <a:schemeClr val="bg1"/>
                </a:solidFill>
                <a:effectLst/>
              </a:rPr>
              <a:t>GT2=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imclose</a:t>
            </a:r>
            <a:r>
              <a:rPr lang="it-IT" sz="1100" b="0" i="0">
                <a:solidFill>
                  <a:schemeClr val="bg1"/>
                </a:solidFill>
                <a:effectLst/>
              </a:rPr>
              <a:t>(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seg_rg,B</a:t>
            </a:r>
            <a:r>
              <a:rPr lang="it-IT" sz="1100" b="0" i="0">
                <a:solidFill>
                  <a:schemeClr val="bg1"/>
                </a:solidFill>
                <a:effectLst/>
              </a:rPr>
              <a:t>);</a:t>
            </a:r>
          </a:p>
          <a:p>
            <a:pPr marL="0" indent="0">
              <a:buNone/>
            </a:pPr>
            <a:r>
              <a:rPr lang="it-IT" sz="1100" b="0" i="0">
                <a:solidFill>
                  <a:schemeClr val="bg1"/>
                </a:solidFill>
                <a:effectLst/>
              </a:rPr>
              <a:t>figure();</a:t>
            </a:r>
          </a:p>
          <a:p>
            <a:pPr marL="0" indent="0">
              <a:buNone/>
            </a:pPr>
            <a:r>
              <a:rPr lang="it-IT" sz="1100" b="0" i="0" err="1">
                <a:solidFill>
                  <a:schemeClr val="bg1"/>
                </a:solidFill>
                <a:effectLst/>
              </a:rPr>
              <a:t>imshow</a:t>
            </a:r>
            <a:r>
              <a:rPr lang="it-IT" sz="1100" b="0" i="0">
                <a:solidFill>
                  <a:schemeClr val="bg1"/>
                </a:solidFill>
                <a:effectLst/>
              </a:rPr>
              <a:t>(GT2);</a:t>
            </a:r>
            <a:br>
              <a:rPr lang="it-IT" sz="1100" b="0" i="0">
                <a:solidFill>
                  <a:schemeClr val="bg1"/>
                </a:solidFill>
                <a:effectLst/>
              </a:rPr>
            </a:br>
            <a:endParaRPr lang="it-IT" sz="1100" b="0" i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it-IT" sz="11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%% features </a:t>
            </a:r>
            <a:r>
              <a:rPr lang="it-IT" sz="1100" b="0" i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extraction</a:t>
            </a:r>
            <a:endParaRPr lang="it-IT" sz="1100" b="0" i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0" indent="0">
              <a:buNone/>
            </a:pPr>
            <a:r>
              <a:rPr lang="it-IT" sz="1100" b="0" i="0">
                <a:solidFill>
                  <a:schemeClr val="bg1"/>
                </a:solidFill>
                <a:effectLst/>
              </a:rPr>
              <a:t>R=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regionprops</a:t>
            </a:r>
            <a:r>
              <a:rPr lang="it-IT" sz="1100" b="0" i="0">
                <a:solidFill>
                  <a:schemeClr val="bg1"/>
                </a:solidFill>
                <a:effectLst/>
              </a:rPr>
              <a:t>(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logical</a:t>
            </a:r>
            <a:r>
              <a:rPr lang="it-IT" sz="1100" b="0" i="0">
                <a:solidFill>
                  <a:schemeClr val="bg1"/>
                </a:solidFill>
                <a:effectLst/>
              </a:rPr>
              <a:t>(GT2),'</a:t>
            </a:r>
            <a:r>
              <a:rPr lang="it-IT" sz="11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All</a:t>
            </a:r>
            <a:r>
              <a:rPr lang="it-IT" sz="1100" b="0" i="0">
                <a:solidFill>
                  <a:schemeClr val="bg1"/>
                </a:solidFill>
                <a:effectLst/>
              </a:rPr>
              <a:t>');</a:t>
            </a:r>
          </a:p>
          <a:p>
            <a:pPr marL="0" indent="0">
              <a:buNone/>
            </a:pPr>
            <a:r>
              <a:rPr lang="it-IT" sz="1100" b="0" i="0" err="1">
                <a:solidFill>
                  <a:schemeClr val="bg1"/>
                </a:solidFill>
                <a:effectLst/>
              </a:rPr>
              <a:t>imshow</a:t>
            </a:r>
            <a:r>
              <a:rPr lang="it-IT" sz="1100" b="0" i="0">
                <a:solidFill>
                  <a:schemeClr val="bg1"/>
                </a:solidFill>
                <a:effectLst/>
              </a:rPr>
              <a:t>(GT2);</a:t>
            </a:r>
          </a:p>
          <a:p>
            <a:pPr marL="0" indent="0">
              <a:buNone/>
            </a:pPr>
            <a:r>
              <a:rPr lang="it-IT" sz="1100" b="0" i="0" err="1">
                <a:solidFill>
                  <a:schemeClr val="bg1"/>
                </a:solidFill>
                <a:effectLst/>
              </a:rPr>
              <a:t>hold</a:t>
            </a:r>
            <a:r>
              <a:rPr lang="it-IT" sz="1100" b="0" i="0">
                <a:solidFill>
                  <a:schemeClr val="bg1"/>
                </a:solidFill>
                <a:effectLst/>
              </a:rPr>
              <a:t> on;</a:t>
            </a:r>
          </a:p>
          <a:p>
            <a:pPr marL="0" indent="0">
              <a:buNone/>
            </a:pPr>
            <a:r>
              <a:rPr lang="it-IT" sz="1100" b="0" i="0" err="1">
                <a:solidFill>
                  <a:schemeClr val="bg1"/>
                </a:solidFill>
                <a:effectLst/>
              </a:rPr>
              <a:t>drawrectangle</a:t>
            </a:r>
            <a:r>
              <a:rPr lang="it-IT" sz="1100" b="0" i="0">
                <a:solidFill>
                  <a:schemeClr val="bg1"/>
                </a:solidFill>
                <a:effectLst/>
              </a:rPr>
              <a:t>('Position',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R.BoundingBox</a:t>
            </a:r>
            <a:r>
              <a:rPr lang="it-IT" sz="1100" b="0" i="0">
                <a:solidFill>
                  <a:schemeClr val="bg1"/>
                </a:solidFill>
                <a:effectLst/>
              </a:rPr>
              <a:t>);</a:t>
            </a:r>
          </a:p>
          <a:p>
            <a:pPr marL="0" indent="0">
              <a:buNone/>
            </a:pPr>
            <a:r>
              <a:rPr lang="it-IT" sz="1100" b="0" i="0" err="1">
                <a:solidFill>
                  <a:schemeClr val="bg1"/>
                </a:solidFill>
                <a:effectLst/>
              </a:rPr>
              <a:t>Area_BB</a:t>
            </a:r>
            <a:r>
              <a:rPr lang="it-IT" sz="1100" b="0" i="0">
                <a:solidFill>
                  <a:schemeClr val="bg1"/>
                </a:solidFill>
                <a:effectLst/>
              </a:rPr>
              <a:t>=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R.BoundingBox</a:t>
            </a:r>
            <a:r>
              <a:rPr lang="it-IT" sz="1100" b="0" i="0">
                <a:solidFill>
                  <a:schemeClr val="bg1"/>
                </a:solidFill>
                <a:effectLst/>
              </a:rPr>
              <a:t>(3)*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R.BoundingBox</a:t>
            </a:r>
            <a:r>
              <a:rPr lang="it-IT" sz="1100" b="0" i="0">
                <a:solidFill>
                  <a:schemeClr val="bg1"/>
                </a:solidFill>
                <a:effectLst/>
              </a:rPr>
              <a:t>(4);</a:t>
            </a:r>
          </a:p>
          <a:p>
            <a:pPr marL="0" indent="0">
              <a:buNone/>
            </a:pPr>
            <a:r>
              <a:rPr lang="it-IT" sz="1100" b="0" i="0" err="1">
                <a:solidFill>
                  <a:schemeClr val="bg1"/>
                </a:solidFill>
                <a:effectLst/>
              </a:rPr>
              <a:t>Area_seg_rg</a:t>
            </a:r>
            <a:r>
              <a:rPr lang="it-IT" sz="1100" b="0" i="0">
                <a:solidFill>
                  <a:schemeClr val="bg1"/>
                </a:solidFill>
                <a:effectLst/>
              </a:rPr>
              <a:t>=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R.Area</a:t>
            </a:r>
            <a:r>
              <a:rPr lang="it-IT" sz="1100" b="0" i="0">
                <a:solidFill>
                  <a:schemeClr val="bg1"/>
                </a:solidFill>
                <a:effectLst/>
              </a:rPr>
              <a:t>;</a:t>
            </a:r>
          </a:p>
          <a:p>
            <a:pPr marL="0" indent="0">
              <a:buNone/>
            </a:pPr>
            <a:r>
              <a:rPr lang="it-IT" sz="1100" b="0" i="0" err="1">
                <a:solidFill>
                  <a:schemeClr val="bg1"/>
                </a:solidFill>
                <a:effectLst/>
              </a:rPr>
              <a:t>Extent</a:t>
            </a:r>
            <a:r>
              <a:rPr lang="it-IT" sz="1100" b="0" i="0">
                <a:solidFill>
                  <a:schemeClr val="bg1"/>
                </a:solidFill>
                <a:effectLst/>
              </a:rPr>
              <a:t> = 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Area_seg_rg</a:t>
            </a:r>
            <a:r>
              <a:rPr lang="it-IT" sz="1100" b="0" i="0">
                <a:solidFill>
                  <a:schemeClr val="bg1"/>
                </a:solidFill>
                <a:effectLst/>
              </a:rPr>
              <a:t>/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Area_BB</a:t>
            </a:r>
            <a:r>
              <a:rPr lang="it-IT" sz="1100" b="0" i="0">
                <a:solidFill>
                  <a:schemeClr val="bg1"/>
                </a:solidFill>
                <a:effectLst/>
              </a:rPr>
              <a:t>;</a:t>
            </a:r>
          </a:p>
          <a:p>
            <a:pPr marL="0" indent="0">
              <a:buNone/>
            </a:pPr>
            <a:r>
              <a:rPr lang="it-IT" sz="1100" b="0" i="0" err="1">
                <a:solidFill>
                  <a:schemeClr val="bg1"/>
                </a:solidFill>
                <a:effectLst/>
              </a:rPr>
              <a:t>hold</a:t>
            </a:r>
            <a:r>
              <a:rPr lang="it-IT" sz="1100" b="0" i="0">
                <a:solidFill>
                  <a:schemeClr val="bg1"/>
                </a:solidFill>
                <a:effectLst/>
              </a:rPr>
              <a:t> on;</a:t>
            </a:r>
          </a:p>
          <a:p>
            <a:pPr marL="0" indent="0">
              <a:buNone/>
            </a:pPr>
            <a:r>
              <a:rPr lang="it-IT" sz="1100" b="0" i="0" err="1">
                <a:solidFill>
                  <a:schemeClr val="bg1"/>
                </a:solidFill>
                <a:effectLst/>
              </a:rPr>
              <a:t>drawpolygon</a:t>
            </a:r>
            <a:r>
              <a:rPr lang="it-IT" sz="1100" b="0" i="0">
                <a:solidFill>
                  <a:schemeClr val="bg1"/>
                </a:solidFill>
                <a:effectLst/>
              </a:rPr>
              <a:t>('</a:t>
            </a:r>
            <a:r>
              <a:rPr lang="it-IT" sz="11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Position</a:t>
            </a:r>
            <a:r>
              <a:rPr lang="it-IT" sz="1100" b="0" i="0">
                <a:solidFill>
                  <a:schemeClr val="bg1"/>
                </a:solidFill>
                <a:effectLst/>
              </a:rPr>
              <a:t>',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R.ConvexHull</a:t>
            </a:r>
            <a:r>
              <a:rPr lang="it-IT" sz="1100" b="0" i="0">
                <a:solidFill>
                  <a:schemeClr val="bg1"/>
                </a:solidFill>
                <a:effectLst/>
              </a:rPr>
              <a:t>);</a:t>
            </a:r>
          </a:p>
          <a:p>
            <a:pPr marL="0" indent="0">
              <a:buNone/>
            </a:pPr>
            <a:r>
              <a:rPr lang="it-IT" sz="1100" b="0" i="0" err="1">
                <a:solidFill>
                  <a:schemeClr val="bg1"/>
                </a:solidFill>
                <a:effectLst/>
              </a:rPr>
              <a:t>Area_CH</a:t>
            </a:r>
            <a:r>
              <a:rPr lang="it-IT" sz="1100" b="0" i="0">
                <a:solidFill>
                  <a:schemeClr val="bg1"/>
                </a:solidFill>
                <a:effectLst/>
              </a:rPr>
              <a:t>=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R.ConvexArea</a:t>
            </a:r>
            <a:r>
              <a:rPr lang="it-IT" sz="1100" b="0" i="0">
                <a:solidFill>
                  <a:schemeClr val="bg1"/>
                </a:solidFill>
                <a:effectLst/>
              </a:rPr>
              <a:t>;</a:t>
            </a:r>
          </a:p>
          <a:p>
            <a:pPr marL="0" indent="0">
              <a:buNone/>
            </a:pPr>
            <a:r>
              <a:rPr lang="it-IT" sz="1100" b="0" i="0" err="1">
                <a:solidFill>
                  <a:schemeClr val="bg1"/>
                </a:solidFill>
                <a:effectLst/>
              </a:rPr>
              <a:t>Solidity</a:t>
            </a:r>
            <a:r>
              <a:rPr lang="it-IT" sz="1100" b="0" i="0">
                <a:solidFill>
                  <a:schemeClr val="bg1"/>
                </a:solidFill>
                <a:effectLst/>
              </a:rPr>
              <a:t> = 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Area_seg_rg</a:t>
            </a:r>
            <a:r>
              <a:rPr lang="it-IT" sz="1100" b="0" i="0">
                <a:solidFill>
                  <a:schemeClr val="bg1"/>
                </a:solidFill>
                <a:effectLst/>
              </a:rPr>
              <a:t>/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Area_CH</a:t>
            </a:r>
            <a:r>
              <a:rPr lang="it-IT" sz="1100" b="0" i="0">
                <a:solidFill>
                  <a:schemeClr val="bg1"/>
                </a:solidFill>
                <a:effectLst/>
              </a:rPr>
              <a:t>;</a:t>
            </a:r>
          </a:p>
          <a:p>
            <a:pPr marL="0" indent="0">
              <a:buNone/>
            </a:pPr>
            <a:endParaRPr lang="it-IT" sz="1100">
              <a:solidFill>
                <a:schemeClr val="bg1"/>
              </a:solidFill>
            </a:endParaRP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E421B5-0B4D-AEF8-3D48-36051A468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90545" y="1007608"/>
            <a:ext cx="2676041" cy="40296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1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%% ribbon </a:t>
            </a:r>
            <a:r>
              <a:rPr lang="it-IT" sz="1100" b="0" i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extraction</a:t>
            </a:r>
            <a:r>
              <a:rPr lang="it-IT" sz="11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</a:t>
            </a:r>
          </a:p>
          <a:p>
            <a:pPr marL="0" indent="0">
              <a:buNone/>
            </a:pPr>
            <a:r>
              <a:rPr lang="it-IT" sz="1100" b="0" i="0">
                <a:solidFill>
                  <a:schemeClr val="bg1"/>
                </a:solidFill>
                <a:effectLst/>
              </a:rPr>
              <a:t>Id=im2double(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A_cont</a:t>
            </a:r>
            <a:r>
              <a:rPr lang="it-IT" sz="1100" b="0" i="0">
                <a:solidFill>
                  <a:schemeClr val="bg1"/>
                </a:solidFill>
                <a:effectLst/>
              </a:rPr>
              <a:t>);</a:t>
            </a:r>
          </a:p>
          <a:p>
            <a:pPr marL="0" indent="0">
              <a:buNone/>
            </a:pPr>
            <a:r>
              <a:rPr lang="it-IT" sz="1100" b="0" i="0">
                <a:solidFill>
                  <a:schemeClr val="bg1"/>
                </a:solidFill>
                <a:effectLst/>
              </a:rPr>
              <a:t>B=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strel</a:t>
            </a:r>
            <a:r>
              <a:rPr lang="it-IT" sz="1100" b="0" i="0">
                <a:solidFill>
                  <a:schemeClr val="bg1"/>
                </a:solidFill>
                <a:effectLst/>
              </a:rPr>
              <a:t>('</a:t>
            </a:r>
            <a:r>
              <a:rPr lang="it-IT" sz="1100" b="0" i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square</a:t>
            </a:r>
            <a:r>
              <a:rPr lang="it-IT" sz="1100" b="0" i="0">
                <a:solidFill>
                  <a:schemeClr val="bg1"/>
                </a:solidFill>
                <a:effectLst/>
              </a:rPr>
              <a:t>',4);</a:t>
            </a:r>
          </a:p>
          <a:p>
            <a:pPr marL="0" indent="0">
              <a:buNone/>
            </a:pPr>
            <a:r>
              <a:rPr lang="it-IT" sz="1100" b="0" i="0" err="1">
                <a:solidFill>
                  <a:schemeClr val="bg1"/>
                </a:solidFill>
                <a:effectLst/>
              </a:rPr>
              <a:t>seg_rg_int</a:t>
            </a:r>
            <a:r>
              <a:rPr lang="it-IT" sz="1100" b="0" i="0">
                <a:solidFill>
                  <a:schemeClr val="bg1"/>
                </a:solidFill>
                <a:effectLst/>
              </a:rPr>
              <a:t>=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imerode</a:t>
            </a:r>
            <a:r>
              <a:rPr lang="it-IT" sz="1100" b="0" i="0">
                <a:solidFill>
                  <a:schemeClr val="bg1"/>
                </a:solidFill>
                <a:effectLst/>
              </a:rPr>
              <a:t>(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seg_rg,B</a:t>
            </a:r>
            <a:r>
              <a:rPr lang="it-IT" sz="1100" b="0" i="0">
                <a:solidFill>
                  <a:schemeClr val="bg1"/>
                </a:solidFill>
                <a:effectLst/>
              </a:rPr>
              <a:t>);</a:t>
            </a:r>
          </a:p>
          <a:p>
            <a:pPr marL="0" indent="0">
              <a:buNone/>
            </a:pPr>
            <a:r>
              <a:rPr lang="it-IT" sz="1100" b="0" i="0" err="1">
                <a:solidFill>
                  <a:schemeClr val="bg1"/>
                </a:solidFill>
                <a:effectLst/>
              </a:rPr>
              <a:t>seg_rg_ext</a:t>
            </a:r>
            <a:r>
              <a:rPr lang="it-IT" sz="1100" b="0" i="0">
                <a:solidFill>
                  <a:schemeClr val="bg1"/>
                </a:solidFill>
                <a:effectLst/>
              </a:rPr>
              <a:t>=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imdilate</a:t>
            </a:r>
            <a:r>
              <a:rPr lang="it-IT" sz="1100" b="0" i="0">
                <a:solidFill>
                  <a:schemeClr val="bg1"/>
                </a:solidFill>
                <a:effectLst/>
              </a:rPr>
              <a:t>(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seg_rg,B</a:t>
            </a:r>
            <a:r>
              <a:rPr lang="it-IT" sz="1100" b="0" i="0">
                <a:solidFill>
                  <a:schemeClr val="bg1"/>
                </a:solidFill>
                <a:effectLst/>
              </a:rPr>
              <a:t>);</a:t>
            </a:r>
          </a:p>
          <a:p>
            <a:pPr marL="0" indent="0">
              <a:buNone/>
            </a:pPr>
            <a:r>
              <a:rPr lang="it-IT" sz="1100" b="0" i="0">
                <a:solidFill>
                  <a:schemeClr val="bg1"/>
                </a:solidFill>
                <a:effectLst/>
              </a:rPr>
              <a:t>ribbon=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seg_rg_ext-seg_rg_int</a:t>
            </a:r>
            <a:r>
              <a:rPr lang="it-IT" sz="1100" b="0" i="0">
                <a:solidFill>
                  <a:schemeClr val="bg1"/>
                </a:solidFill>
                <a:effectLst/>
              </a:rPr>
              <a:t>;</a:t>
            </a:r>
            <a:br>
              <a:rPr lang="it-IT" sz="1100" b="0" i="0">
                <a:solidFill>
                  <a:schemeClr val="bg1"/>
                </a:solidFill>
                <a:effectLst/>
              </a:rPr>
            </a:br>
            <a:endParaRPr lang="it-IT" sz="1100" b="0" i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it-IT" sz="1100" b="0" i="0">
                <a:solidFill>
                  <a:schemeClr val="bg1"/>
                </a:solidFill>
                <a:effectLst/>
              </a:rPr>
              <a:t>figure(); 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imshow</a:t>
            </a:r>
            <a:r>
              <a:rPr lang="it-IT" sz="1100" b="0" i="0">
                <a:solidFill>
                  <a:schemeClr val="bg1"/>
                </a:solidFill>
                <a:effectLst/>
              </a:rPr>
              <a:t>(ribbon);</a:t>
            </a:r>
          </a:p>
          <a:p>
            <a:pPr marL="0" indent="0">
              <a:buNone/>
            </a:pPr>
            <a:r>
              <a:rPr lang="it-IT" sz="1100" b="0" i="0">
                <a:solidFill>
                  <a:schemeClr val="bg1"/>
                </a:solidFill>
                <a:effectLst/>
              </a:rPr>
              <a:t>figure(); 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imshow</a:t>
            </a:r>
            <a:r>
              <a:rPr lang="it-IT" sz="1100" b="0" i="0">
                <a:solidFill>
                  <a:schemeClr val="bg1"/>
                </a:solidFill>
                <a:effectLst/>
              </a:rPr>
              <a:t>(Id.*ribbon);</a:t>
            </a:r>
          </a:p>
          <a:p>
            <a:pPr marL="0" indent="0">
              <a:buNone/>
            </a:pPr>
            <a:r>
              <a:rPr lang="it-IT" sz="1100" b="0" i="0" err="1">
                <a:solidFill>
                  <a:schemeClr val="bg1"/>
                </a:solidFill>
                <a:effectLst/>
              </a:rPr>
              <a:t>Id_ribbon</a:t>
            </a:r>
            <a:r>
              <a:rPr lang="it-IT" sz="1100" b="0" i="0">
                <a:solidFill>
                  <a:schemeClr val="bg1"/>
                </a:solidFill>
                <a:effectLst/>
              </a:rPr>
              <a:t>=Id.*ribbon;</a:t>
            </a:r>
          </a:p>
          <a:p>
            <a:pPr marL="0" indent="0">
              <a:buNone/>
            </a:pPr>
            <a:r>
              <a:rPr lang="it-IT" sz="1100" b="0" i="0" err="1">
                <a:solidFill>
                  <a:schemeClr val="bg1"/>
                </a:solidFill>
                <a:effectLst/>
              </a:rPr>
              <a:t>mean_rib</a:t>
            </a:r>
            <a:r>
              <a:rPr lang="it-IT" sz="1100" b="0" i="0">
                <a:solidFill>
                  <a:schemeClr val="bg1"/>
                </a:solidFill>
                <a:effectLst/>
              </a:rPr>
              <a:t>=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mean</a:t>
            </a:r>
            <a:r>
              <a:rPr lang="it-IT" sz="1100" b="0" i="0">
                <a:solidFill>
                  <a:schemeClr val="bg1"/>
                </a:solidFill>
                <a:effectLst/>
              </a:rPr>
              <a:t>(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Id_ribbon</a:t>
            </a:r>
            <a:r>
              <a:rPr lang="it-IT" sz="1100" b="0" i="0">
                <a:solidFill>
                  <a:schemeClr val="bg1"/>
                </a:solidFill>
                <a:effectLst/>
              </a:rPr>
              <a:t>(ribbon == 1));</a:t>
            </a:r>
          </a:p>
          <a:p>
            <a:pPr marL="0" indent="0">
              <a:buNone/>
            </a:pPr>
            <a:r>
              <a:rPr lang="it-IT" sz="1100" b="0" i="0" err="1">
                <a:solidFill>
                  <a:schemeClr val="bg1"/>
                </a:solidFill>
                <a:effectLst/>
              </a:rPr>
              <a:t>std_rib</a:t>
            </a:r>
            <a:r>
              <a:rPr lang="it-IT" sz="1100" b="0" i="0">
                <a:solidFill>
                  <a:schemeClr val="bg1"/>
                </a:solidFill>
                <a:effectLst/>
              </a:rPr>
              <a:t>=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std</a:t>
            </a:r>
            <a:r>
              <a:rPr lang="it-IT" sz="1100" b="0" i="0">
                <a:solidFill>
                  <a:schemeClr val="bg1"/>
                </a:solidFill>
                <a:effectLst/>
              </a:rPr>
              <a:t>(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Id_ribbon</a:t>
            </a:r>
            <a:r>
              <a:rPr lang="it-IT" sz="1100" b="0" i="0">
                <a:solidFill>
                  <a:schemeClr val="bg1"/>
                </a:solidFill>
                <a:effectLst/>
              </a:rPr>
              <a:t>(ribbon == 1));</a:t>
            </a:r>
            <a:br>
              <a:rPr lang="it-IT" sz="1100" b="0" i="0">
                <a:solidFill>
                  <a:schemeClr val="bg1"/>
                </a:solidFill>
                <a:effectLst/>
              </a:rPr>
            </a:br>
            <a:endParaRPr lang="it-IT" sz="1100" b="0" i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it-IT" sz="11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%cv del ribbon</a:t>
            </a:r>
          </a:p>
          <a:p>
            <a:pPr marL="0" indent="0">
              <a:buNone/>
            </a:pPr>
            <a:r>
              <a:rPr lang="it-IT" sz="1100" b="0" i="0" err="1">
                <a:solidFill>
                  <a:schemeClr val="bg1"/>
                </a:solidFill>
                <a:effectLst/>
              </a:rPr>
              <a:t>cv_ribbon</a:t>
            </a:r>
            <a:r>
              <a:rPr lang="it-IT" sz="1100" b="0" i="0">
                <a:solidFill>
                  <a:schemeClr val="bg1"/>
                </a:solidFill>
                <a:effectLst/>
              </a:rPr>
              <a:t> = (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std_rib</a:t>
            </a:r>
            <a:r>
              <a:rPr lang="it-IT" sz="1100" b="0" i="0">
                <a:solidFill>
                  <a:schemeClr val="bg1"/>
                </a:solidFill>
                <a:effectLst/>
              </a:rPr>
              <a:t> / </a:t>
            </a:r>
            <a:r>
              <a:rPr lang="it-IT" sz="1100" b="0" i="0" err="1">
                <a:solidFill>
                  <a:schemeClr val="bg1"/>
                </a:solidFill>
                <a:effectLst/>
              </a:rPr>
              <a:t>mean_rib</a:t>
            </a:r>
            <a:r>
              <a:rPr lang="it-IT" sz="1100" b="0" i="0">
                <a:solidFill>
                  <a:schemeClr val="bg1"/>
                </a:solidFill>
                <a:effectLst/>
              </a:rPr>
              <a:t>) * 100;</a:t>
            </a:r>
          </a:p>
          <a:p>
            <a:pPr marL="0" indent="0">
              <a:buNone/>
            </a:pPr>
            <a:br>
              <a:rPr lang="it-IT" sz="1100" b="0" i="0">
                <a:solidFill>
                  <a:schemeClr val="bg1"/>
                </a:solidFill>
                <a:effectLst/>
              </a:rPr>
            </a:br>
            <a:endParaRPr lang="it-IT" sz="1100" b="0" i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endParaRPr lang="it-IT" sz="1100">
              <a:solidFill>
                <a:schemeClr val="bg1"/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EF121BD-8FF5-72CE-2ABD-29FFCAF38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168" y="1007608"/>
            <a:ext cx="5342546" cy="438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972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8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8371A61-08CC-61D7-7EFF-7CEE17AE3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2732" y="13063"/>
            <a:ext cx="5030527" cy="794735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Classificazione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Segnaposto contenuto 5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948476EC-ABEC-E894-A7BA-642F4F6446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r="-299" b="-1"/>
          <a:stretch/>
        </p:blipFill>
        <p:spPr>
          <a:xfrm>
            <a:off x="1616592" y="1587373"/>
            <a:ext cx="9183781" cy="4875822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B762A15-178F-C222-8D9B-98294E14E7C9}"/>
              </a:ext>
            </a:extLst>
          </p:cNvPr>
          <p:cNvSpPr txBox="1"/>
          <p:nvPr/>
        </p:nvSpPr>
        <p:spPr>
          <a:xfrm>
            <a:off x="8622479" y="161162"/>
            <a:ext cx="28563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err="1">
                <a:solidFill>
                  <a:schemeClr val="bg1"/>
                </a:solidFill>
              </a:rPr>
              <a:t>Scatter</a:t>
            </a:r>
            <a:r>
              <a:rPr lang="it-IT" sz="2400">
                <a:solidFill>
                  <a:schemeClr val="bg1"/>
                </a:solidFill>
              </a:rPr>
              <a:t> plot:</a:t>
            </a:r>
          </a:p>
          <a:p>
            <a:pPr algn="ctr"/>
            <a:r>
              <a:rPr lang="it-IT" sz="2400">
                <a:solidFill>
                  <a:schemeClr val="bg1"/>
                </a:solidFill>
              </a:rPr>
              <a:t>Circolarità vs Eccentricità</a:t>
            </a:r>
          </a:p>
        </p:txBody>
      </p:sp>
    </p:spTree>
    <p:extLst>
      <p:ext uri="{BB962C8B-B14F-4D97-AF65-F5344CB8AC3E}">
        <p14:creationId xmlns:p14="http://schemas.microsoft.com/office/powerpoint/2010/main" val="17418740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5B3E5B0-4FA7-9E1D-1711-F4FD40A3A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16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Classificazione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AC143E7-4828-D745-3194-CCFE43B16210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Boxplot </a:t>
            </a:r>
            <a:r>
              <a:rPr lang="en-US" sz="2400" kern="120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circolarità</a:t>
            </a: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ed </a:t>
            </a:r>
            <a:r>
              <a:rPr lang="en-US" sz="2400" kern="120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eccentricità</a:t>
            </a:r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CD54AA59-8B40-A667-6ECF-7DCBD4FC031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04691" y="1798070"/>
            <a:ext cx="8582617" cy="462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5987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7B7BD08-2F2E-13EC-E36F-A57D139C4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Classificazione</a:t>
            </a:r>
          </a:p>
        </p:txBody>
      </p:sp>
      <p:pic>
        <p:nvPicPr>
          <p:cNvPr id="16" name="Picture 1343001248">
            <a:extLst>
              <a:ext uri="{FF2B5EF4-FFF2-40B4-BE49-F238E27FC236}">
                <a16:creationId xmlns:a16="http://schemas.microsoft.com/office/drawing/2014/main" id="{75D1CBCA-8D07-C250-19E1-954F847006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35" y="2545236"/>
            <a:ext cx="3275099" cy="3275099"/>
          </a:xfrm>
          <a:prstGeom prst="rect">
            <a:avLst/>
          </a:prstGeom>
        </p:spPr>
      </p:pic>
      <p:pic>
        <p:nvPicPr>
          <p:cNvPr id="15" name="Picture 1506000159">
            <a:extLst>
              <a:ext uri="{FF2B5EF4-FFF2-40B4-BE49-F238E27FC236}">
                <a16:creationId xmlns:a16="http://schemas.microsoft.com/office/drawing/2014/main" id="{41FF1AD3-7254-F497-14CC-1644EF786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900" y="2545235"/>
            <a:ext cx="3275099" cy="3275099"/>
          </a:xfrm>
          <a:prstGeom prst="rect">
            <a:avLst/>
          </a:prstGeom>
        </p:spPr>
      </p:pic>
      <p:sp>
        <p:nvSpPr>
          <p:cNvPr id="17" name="Rettangolo 16">
            <a:extLst>
              <a:ext uri="{FF2B5EF4-FFF2-40B4-BE49-F238E27FC236}">
                <a16:creationId xmlns:a16="http://schemas.microsoft.com/office/drawing/2014/main" id="{1170A9E1-27D9-5139-01F6-1EF6FDDBB668}"/>
              </a:ext>
            </a:extLst>
          </p:cNvPr>
          <p:cNvSpPr/>
          <p:nvPr/>
        </p:nvSpPr>
        <p:spPr>
          <a:xfrm>
            <a:off x="7324166" y="0"/>
            <a:ext cx="4867833" cy="6858000"/>
          </a:xfrm>
          <a:prstGeom prst="rect">
            <a:avLst/>
          </a:prstGeom>
          <a:solidFill>
            <a:srgbClr val="1141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2" name="Segnaposto contenuto 11">
            <a:extLst>
              <a:ext uri="{FF2B5EF4-FFF2-40B4-BE49-F238E27FC236}">
                <a16:creationId xmlns:a16="http://schemas.microsoft.com/office/drawing/2014/main" id="{F436320A-F819-9EA2-2878-40F01694C3C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7455112" y="2248290"/>
            <a:ext cx="4605939" cy="386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718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8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FEE5FCF-0683-E92C-F771-73AA10DBB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086" y="1489435"/>
            <a:ext cx="3145159" cy="867266"/>
          </a:xfrm>
        </p:spPr>
        <p:txBody>
          <a:bodyPr anchor="t">
            <a:normAutofit/>
          </a:bodyPr>
          <a:lstStyle/>
          <a:p>
            <a:r>
              <a:rPr lang="it-IT" sz="4000">
                <a:solidFill>
                  <a:schemeClr val="bg1"/>
                </a:solidFill>
              </a:rPr>
              <a:t>Conclusioni</a:t>
            </a:r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5B414EA6-1314-0736-1482-7AA69C5C3A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91224" y="1923068"/>
            <a:ext cx="4991382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dirty="0"/>
              <a:t>Sulla base del nostro lavoro, valutiamo il </a:t>
            </a:r>
            <a:r>
              <a:rPr lang="it-IT" sz="2000" dirty="0" err="1"/>
              <a:t>region</a:t>
            </a:r>
            <a:r>
              <a:rPr lang="it-IT" sz="2000" dirty="0"/>
              <a:t> </a:t>
            </a:r>
            <a:r>
              <a:rPr lang="it-IT" sz="2000" dirty="0" err="1"/>
              <a:t>growing</a:t>
            </a:r>
            <a:r>
              <a:rPr lang="it-IT" sz="2000" dirty="0"/>
              <a:t> come metodo più efficiente nella segmentazione, in quanto accompagnato da un </a:t>
            </a:r>
            <a:r>
              <a:rPr lang="it-IT" sz="2000" dirty="0" err="1"/>
              <a:t>pre</a:t>
            </a:r>
            <a:r>
              <a:rPr lang="it-IT" sz="2000" dirty="0"/>
              <a:t>-processamento delle immagini e guidato manualmente.</a:t>
            </a:r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r>
              <a:rPr lang="it-IT" sz="2000" dirty="0"/>
              <a:t>Tuttavia, a parer nostro, non risulta così performante nella distinzione della natura delle masse in quanto approssima la morfologia degli elementi, non seguendo nel dettaglio i bordi</a:t>
            </a:r>
          </a:p>
        </p:txBody>
      </p:sp>
    </p:spTree>
    <p:extLst>
      <p:ext uri="{BB962C8B-B14F-4D97-AF65-F5344CB8AC3E}">
        <p14:creationId xmlns:p14="http://schemas.microsoft.com/office/powerpoint/2010/main" val="38374615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2211</Words>
  <Application>Microsoft Office PowerPoint</Application>
  <PresentationFormat>Widescreen</PresentationFormat>
  <Paragraphs>328</Paragraphs>
  <Slides>33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Menlo</vt:lpstr>
      <vt:lpstr>Tema di Office</vt:lpstr>
      <vt:lpstr>Segmentazione di Immagini mammografiche</vt:lpstr>
      <vt:lpstr>Mammografia</vt:lpstr>
      <vt:lpstr>Workflow</vt:lpstr>
      <vt:lpstr>Region Growing</vt:lpstr>
      <vt:lpstr>Analisi effettuata</vt:lpstr>
      <vt:lpstr>Caricamento immagini/GT  e divisione in training e test</vt:lpstr>
      <vt:lpstr> Salvataggio training e test </vt:lpstr>
      <vt:lpstr>Region Growing (training)</vt:lpstr>
      <vt:lpstr>Risultati- Dataset di training</vt:lpstr>
      <vt:lpstr>Caso migliore Training (paziente 184)</vt:lpstr>
      <vt:lpstr>Caso peggiore Training </vt:lpstr>
      <vt:lpstr>Region Growing (test)</vt:lpstr>
      <vt:lpstr>  Region Growing -Risultati Dataset di test</vt:lpstr>
      <vt:lpstr>Caso migliore (test)</vt:lpstr>
      <vt:lpstr>Caso peggiore (test)</vt:lpstr>
      <vt:lpstr>Rete CNN: deeplabv3plus</vt:lpstr>
      <vt:lpstr>Analisi effettuata</vt:lpstr>
      <vt:lpstr>Percorsi in training e test/ Caricamento dataset</vt:lpstr>
      <vt:lpstr>Definizione CNN</vt:lpstr>
      <vt:lpstr>Addestramento </vt:lpstr>
      <vt:lpstr>Risultati training </vt:lpstr>
      <vt:lpstr>Risultato migliore training (paziente 5)</vt:lpstr>
      <vt:lpstr>Risultato peggiore training (paziente 80)</vt:lpstr>
      <vt:lpstr>Test della rete</vt:lpstr>
      <vt:lpstr>Risultati test </vt:lpstr>
      <vt:lpstr>Risultato migliore test (paziente 271)</vt:lpstr>
      <vt:lpstr>Risultato peggiore test (paziente 314)</vt:lpstr>
      <vt:lpstr>Confronto dei Risultati in Test</vt:lpstr>
      <vt:lpstr>Features extraction</vt:lpstr>
      <vt:lpstr>Classificazione</vt:lpstr>
      <vt:lpstr>Classificazione</vt:lpstr>
      <vt:lpstr>Classificazione</vt:lpstr>
      <vt:lpstr>Conclusioni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silvia gialloreto</dc:creator>
  <cp:lastModifiedBy>silvia gialloreto</cp:lastModifiedBy>
  <cp:revision>8</cp:revision>
  <dcterms:created xsi:type="dcterms:W3CDTF">2025-02-11T13:06:56Z</dcterms:created>
  <dcterms:modified xsi:type="dcterms:W3CDTF">2025-02-14T09:57:52Z</dcterms:modified>
</cp:coreProperties>
</file>